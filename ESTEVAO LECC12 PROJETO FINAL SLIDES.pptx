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3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244653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3263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MZ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64555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65749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76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602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6995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79578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77923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63157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52178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9F96EBF-34A6-7440-97FF-8709D0F847F7}" type="datetimeFigureOut">
              <a:rPr lang="en-MZ" smtClean="0"/>
              <a:t>26/11/25</a:t>
            </a:fld>
            <a:endParaRPr lang="en-M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MZ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D0978B5A-07FB-EC43-99D6-79059D207EAB}" type="slidenum">
              <a:rPr lang="en-MZ" smtClean="0"/>
              <a:t>‹#›</a:t>
            </a:fld>
            <a:endParaRPr lang="en-MZ"/>
          </a:p>
        </p:txBody>
      </p:sp>
    </p:spTree>
    <p:extLst>
      <p:ext uri="{BB962C8B-B14F-4D97-AF65-F5344CB8AC3E}">
        <p14:creationId xmlns:p14="http://schemas.microsoft.com/office/powerpoint/2010/main" val="22946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6845D1-750A-C572-A706-96E7546C1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429" y="4627971"/>
            <a:ext cx="7891272" cy="1069848"/>
          </a:xfrm>
        </p:spPr>
        <p:txBody>
          <a:bodyPr>
            <a:normAutofit fontScale="77500" lnSpcReduction="20000"/>
          </a:bodyPr>
          <a:lstStyle/>
          <a:p>
            <a:r>
              <a:rPr lang="pt-PT" sz="1500" dirty="0">
                <a:latin typeface="Sora" pitchFamily="2" charset="0"/>
                <a:cs typeface="Sora" pitchFamily="2" charset="0"/>
              </a:rPr>
              <a:t>Curso: </a:t>
            </a:r>
            <a:r>
              <a:rPr lang="en-MZ" sz="1500" dirty="0">
                <a:latin typeface="Sora" pitchFamily="2" charset="0"/>
                <a:cs typeface="Sora" pitchFamily="2" charset="0"/>
              </a:rPr>
              <a:t>LICENCIATURA EM ENGENHARIA E CIÊNCIA DOS COMPUTADORES</a:t>
            </a:r>
          </a:p>
          <a:p>
            <a:r>
              <a:rPr lang="pt-PT" sz="1500" dirty="0">
                <a:latin typeface="Sora" pitchFamily="2" charset="0"/>
                <a:cs typeface="Sora" pitchFamily="2" charset="0"/>
              </a:rPr>
              <a:t>Turma:LECC12</a:t>
            </a:r>
            <a:endParaRPr lang="en-MZ" sz="1500" dirty="0">
              <a:latin typeface="Sora" pitchFamily="2" charset="0"/>
              <a:cs typeface="Sora" pitchFamily="2" charset="0"/>
            </a:endParaRPr>
          </a:p>
          <a:p>
            <a:r>
              <a:rPr lang="pt-PT" sz="1500" dirty="0">
                <a:latin typeface="Sora" pitchFamily="2" charset="0"/>
                <a:cs typeface="Sora" pitchFamily="2" charset="0"/>
              </a:rPr>
              <a:t>Autor: ESTEVÃO SIMÃO</a:t>
            </a:r>
          </a:p>
          <a:p>
            <a:r>
              <a:rPr lang="en-MZ" sz="1500" dirty="0">
                <a:latin typeface="Sora" pitchFamily="2" charset="0"/>
                <a:cs typeface="Sora" pitchFamily="2" charset="0"/>
              </a:rPr>
              <a:t>Projeto Final de Métodos de Estudo</a:t>
            </a:r>
          </a:p>
          <a:p>
            <a:endParaRPr lang="en-MZ" sz="1200" dirty="0">
              <a:latin typeface="Sora" pitchFamily="2" charset="0"/>
              <a:cs typeface="Sora" pitchFamily="2" charset="0"/>
            </a:endParaRPr>
          </a:p>
          <a:p>
            <a:endParaRPr lang="en-MZ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5FB1BB-49CC-A19E-4180-86D820DF87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051560" y="2534629"/>
            <a:ext cx="92856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ra" pitchFamily="2" charset="0"/>
                <a:cs typeface="Sora" pitchFamily="2" charset="0"/>
              </a:rPr>
              <a:t>A Influência do Design de Interface (UX/UI) na Aceitação de Aplicações</a:t>
            </a:r>
          </a:p>
        </p:txBody>
      </p:sp>
    </p:spTree>
    <p:extLst>
      <p:ext uri="{BB962C8B-B14F-4D97-AF65-F5344CB8AC3E}">
        <p14:creationId xmlns:p14="http://schemas.microsoft.com/office/powerpoint/2010/main" val="29031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61B6626-C1A6-6709-02FA-FD5504EB2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51052" y="5414065"/>
            <a:ext cx="342914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ra" pitchFamily="2" charset="0"/>
                <a:cs typeface="Sora" pitchFamily="2" charset="0"/>
              </a:rPr>
              <a:t>Introdução</a:t>
            </a:r>
            <a:endParaRPr kumimoji="0" lang="en-MZ" altLang="en-MZ" sz="4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ra" pitchFamily="2" charset="0"/>
              <a:cs typeface="Sor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114CC6-5817-53C3-6329-435CC39F9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7128" y="1877520"/>
            <a:ext cx="920662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UX/UI tornou-se essencial no sucesso de aplicações modernas.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experiência do utilizador afeta diretamente satisfação e continuidade de uso.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Má interface → frustração, abandono do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Boa interface → facilidade, eficiência e aceitação mais rápida.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Importância crescente no mercado digital atual.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7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73;p46">
            <a:extLst>
              <a:ext uri="{FF2B5EF4-FFF2-40B4-BE49-F238E27FC236}">
                <a16:creationId xmlns:a16="http://schemas.microsoft.com/office/drawing/2014/main" id="{D4D5A993-515D-C770-355E-73B72F096EF3}"/>
              </a:ext>
            </a:extLst>
          </p:cNvPr>
          <p:cNvGrpSpPr/>
          <p:nvPr/>
        </p:nvGrpSpPr>
        <p:grpSpPr>
          <a:xfrm>
            <a:off x="8031374" y="1964726"/>
            <a:ext cx="3561036" cy="3466704"/>
            <a:chOff x="3766300" y="1724475"/>
            <a:chExt cx="2753875" cy="2680925"/>
          </a:xfrm>
        </p:grpSpPr>
        <p:sp>
          <p:nvSpPr>
            <p:cNvPr id="5" name="Google Shape;474;p46">
              <a:extLst>
                <a:ext uri="{FF2B5EF4-FFF2-40B4-BE49-F238E27FC236}">
                  <a16:creationId xmlns:a16="http://schemas.microsoft.com/office/drawing/2014/main" id="{AD756507-1CF2-DFCA-6152-9A51EEFB1CDB}"/>
                </a:ext>
              </a:extLst>
            </p:cNvPr>
            <p:cNvSpPr/>
            <p:nvPr/>
          </p:nvSpPr>
          <p:spPr>
            <a:xfrm>
              <a:off x="4156125" y="2037550"/>
              <a:ext cx="1726500" cy="2351125"/>
            </a:xfrm>
            <a:custGeom>
              <a:avLst/>
              <a:gdLst/>
              <a:ahLst/>
              <a:cxnLst/>
              <a:rect l="l" t="t" r="r" b="b"/>
              <a:pathLst>
                <a:path w="69060" h="94045" extrusionOk="0">
                  <a:moveTo>
                    <a:pt x="62980" y="94045"/>
                  </a:moveTo>
                  <a:lnTo>
                    <a:pt x="6079" y="94045"/>
                  </a:lnTo>
                  <a:cubicBezTo>
                    <a:pt x="2705" y="94045"/>
                    <a:pt x="0" y="91309"/>
                    <a:pt x="0" y="87965"/>
                  </a:cubicBezTo>
                  <a:lnTo>
                    <a:pt x="0" y="6080"/>
                  </a:lnTo>
                  <a:cubicBezTo>
                    <a:pt x="0" y="2736"/>
                    <a:pt x="2705" y="1"/>
                    <a:pt x="6079" y="1"/>
                  </a:cubicBezTo>
                  <a:lnTo>
                    <a:pt x="62980" y="1"/>
                  </a:lnTo>
                  <a:cubicBezTo>
                    <a:pt x="66324" y="1"/>
                    <a:pt x="69059" y="2736"/>
                    <a:pt x="69059" y="6080"/>
                  </a:cubicBezTo>
                  <a:lnTo>
                    <a:pt x="69059" y="87965"/>
                  </a:lnTo>
                  <a:cubicBezTo>
                    <a:pt x="69059" y="91309"/>
                    <a:pt x="66324" y="94045"/>
                    <a:pt x="62980" y="9404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75;p46">
              <a:extLst>
                <a:ext uri="{FF2B5EF4-FFF2-40B4-BE49-F238E27FC236}">
                  <a16:creationId xmlns:a16="http://schemas.microsoft.com/office/drawing/2014/main" id="{C3666EF0-E69C-9952-4CDF-EF08AB51A5C6}"/>
                </a:ext>
              </a:extLst>
            </p:cNvPr>
            <p:cNvSpPr/>
            <p:nvPr/>
          </p:nvSpPr>
          <p:spPr>
            <a:xfrm>
              <a:off x="4929700" y="4226025"/>
              <a:ext cx="179350" cy="179375"/>
            </a:xfrm>
            <a:custGeom>
              <a:avLst/>
              <a:gdLst/>
              <a:ahLst/>
              <a:cxnLst/>
              <a:rect l="l" t="t" r="r" b="b"/>
              <a:pathLst>
                <a:path w="7174" h="7175" extrusionOk="0">
                  <a:moveTo>
                    <a:pt x="7173" y="3588"/>
                  </a:moveTo>
                  <a:cubicBezTo>
                    <a:pt x="7173" y="5563"/>
                    <a:pt x="5562" y="7174"/>
                    <a:pt x="3587" y="7174"/>
                  </a:cubicBezTo>
                  <a:cubicBezTo>
                    <a:pt x="1611" y="7174"/>
                    <a:pt x="0" y="5563"/>
                    <a:pt x="0" y="3588"/>
                  </a:cubicBezTo>
                  <a:cubicBezTo>
                    <a:pt x="0" y="1612"/>
                    <a:pt x="1611" y="1"/>
                    <a:pt x="3587" y="1"/>
                  </a:cubicBezTo>
                  <a:cubicBezTo>
                    <a:pt x="5562" y="1"/>
                    <a:pt x="7173" y="1612"/>
                    <a:pt x="7173" y="3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76;p46">
              <a:extLst>
                <a:ext uri="{FF2B5EF4-FFF2-40B4-BE49-F238E27FC236}">
                  <a16:creationId xmlns:a16="http://schemas.microsoft.com/office/drawing/2014/main" id="{494F318B-CCD7-0B4D-21B0-715A906D015D}"/>
                </a:ext>
              </a:extLst>
            </p:cNvPr>
            <p:cNvSpPr/>
            <p:nvPr/>
          </p:nvSpPr>
          <p:spPr>
            <a:xfrm>
              <a:off x="4309625" y="1920525"/>
              <a:ext cx="1598075" cy="2249300"/>
            </a:xfrm>
            <a:custGeom>
              <a:avLst/>
              <a:gdLst/>
              <a:ahLst/>
              <a:cxnLst/>
              <a:rect l="l" t="t" r="r" b="b"/>
              <a:pathLst>
                <a:path w="63923" h="89972" extrusionOk="0">
                  <a:moveTo>
                    <a:pt x="58937" y="89972"/>
                  </a:moveTo>
                  <a:lnTo>
                    <a:pt x="5015" y="89972"/>
                  </a:lnTo>
                  <a:cubicBezTo>
                    <a:pt x="2249" y="89972"/>
                    <a:pt x="0" y="87753"/>
                    <a:pt x="0" y="84987"/>
                  </a:cubicBezTo>
                  <a:lnTo>
                    <a:pt x="0" y="4986"/>
                  </a:lnTo>
                  <a:cubicBezTo>
                    <a:pt x="0" y="2220"/>
                    <a:pt x="2249" y="1"/>
                    <a:pt x="5015" y="1"/>
                  </a:cubicBezTo>
                  <a:lnTo>
                    <a:pt x="58937" y="1"/>
                  </a:lnTo>
                  <a:cubicBezTo>
                    <a:pt x="61673" y="1"/>
                    <a:pt x="63922" y="2220"/>
                    <a:pt x="63922" y="4986"/>
                  </a:cubicBezTo>
                  <a:lnTo>
                    <a:pt x="63922" y="84987"/>
                  </a:lnTo>
                  <a:cubicBezTo>
                    <a:pt x="63922" y="87753"/>
                    <a:pt x="61673" y="89972"/>
                    <a:pt x="58937" y="8997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77;p46">
              <a:extLst>
                <a:ext uri="{FF2B5EF4-FFF2-40B4-BE49-F238E27FC236}">
                  <a16:creationId xmlns:a16="http://schemas.microsoft.com/office/drawing/2014/main" id="{716568B6-E34B-CA5C-202B-0A745FAC9758}"/>
                </a:ext>
              </a:extLst>
            </p:cNvPr>
            <p:cNvSpPr/>
            <p:nvPr/>
          </p:nvSpPr>
          <p:spPr>
            <a:xfrm>
              <a:off x="4112050" y="3556575"/>
              <a:ext cx="402000" cy="402000"/>
            </a:xfrm>
            <a:custGeom>
              <a:avLst/>
              <a:gdLst/>
              <a:ahLst/>
              <a:cxnLst/>
              <a:rect l="l" t="t" r="r" b="b"/>
              <a:pathLst>
                <a:path w="16080" h="16080" extrusionOk="0">
                  <a:moveTo>
                    <a:pt x="0" y="0"/>
                  </a:moveTo>
                  <a:lnTo>
                    <a:pt x="16080" y="0"/>
                  </a:lnTo>
                  <a:lnTo>
                    <a:pt x="16080" y="16080"/>
                  </a:lnTo>
                  <a:lnTo>
                    <a:pt x="0" y="16080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78;p46">
              <a:extLst>
                <a:ext uri="{FF2B5EF4-FFF2-40B4-BE49-F238E27FC236}">
                  <a16:creationId xmlns:a16="http://schemas.microsoft.com/office/drawing/2014/main" id="{A7BF0A05-A5A0-94C5-5674-E421C2E8077A}"/>
                </a:ext>
              </a:extLst>
            </p:cNvPr>
            <p:cNvSpPr/>
            <p:nvPr/>
          </p:nvSpPr>
          <p:spPr>
            <a:xfrm>
              <a:off x="4220700" y="3667525"/>
              <a:ext cx="183925" cy="179350"/>
            </a:xfrm>
            <a:custGeom>
              <a:avLst/>
              <a:gdLst/>
              <a:ahLst/>
              <a:cxnLst/>
              <a:rect l="l" t="t" r="r" b="b"/>
              <a:pathLst>
                <a:path w="7357" h="7174" extrusionOk="0">
                  <a:moveTo>
                    <a:pt x="6597" y="4377"/>
                  </a:moveTo>
                  <a:lnTo>
                    <a:pt x="761" y="4377"/>
                  </a:lnTo>
                  <a:cubicBezTo>
                    <a:pt x="335" y="4377"/>
                    <a:pt x="1" y="4012"/>
                    <a:pt x="1" y="3587"/>
                  </a:cubicBezTo>
                  <a:lnTo>
                    <a:pt x="1" y="3587"/>
                  </a:lnTo>
                  <a:cubicBezTo>
                    <a:pt x="1" y="3161"/>
                    <a:pt x="335" y="2827"/>
                    <a:pt x="761" y="2827"/>
                  </a:cubicBezTo>
                  <a:lnTo>
                    <a:pt x="6597" y="2827"/>
                  </a:lnTo>
                  <a:cubicBezTo>
                    <a:pt x="7022" y="2827"/>
                    <a:pt x="7357" y="3161"/>
                    <a:pt x="7357" y="3587"/>
                  </a:cubicBezTo>
                  <a:lnTo>
                    <a:pt x="7357" y="3587"/>
                  </a:lnTo>
                  <a:cubicBezTo>
                    <a:pt x="7357" y="4012"/>
                    <a:pt x="7022" y="4377"/>
                    <a:pt x="6597" y="4377"/>
                  </a:cubicBezTo>
                  <a:close/>
                  <a:moveTo>
                    <a:pt x="7357" y="6414"/>
                  </a:moveTo>
                  <a:lnTo>
                    <a:pt x="7357" y="6414"/>
                  </a:lnTo>
                  <a:cubicBezTo>
                    <a:pt x="7357" y="5988"/>
                    <a:pt x="7022" y="5623"/>
                    <a:pt x="6597" y="5623"/>
                  </a:cubicBezTo>
                  <a:lnTo>
                    <a:pt x="761" y="5623"/>
                  </a:lnTo>
                  <a:cubicBezTo>
                    <a:pt x="335" y="5623"/>
                    <a:pt x="1" y="5958"/>
                    <a:pt x="1" y="6414"/>
                  </a:cubicBezTo>
                  <a:lnTo>
                    <a:pt x="1" y="6414"/>
                  </a:lnTo>
                  <a:cubicBezTo>
                    <a:pt x="1" y="6839"/>
                    <a:pt x="335" y="7174"/>
                    <a:pt x="761" y="7174"/>
                  </a:cubicBezTo>
                  <a:lnTo>
                    <a:pt x="6597" y="7174"/>
                  </a:lnTo>
                  <a:cubicBezTo>
                    <a:pt x="7022" y="7174"/>
                    <a:pt x="7357" y="6839"/>
                    <a:pt x="7357" y="6414"/>
                  </a:cubicBezTo>
                  <a:close/>
                  <a:moveTo>
                    <a:pt x="6597" y="0"/>
                  </a:moveTo>
                  <a:lnTo>
                    <a:pt x="761" y="0"/>
                  </a:lnTo>
                  <a:cubicBezTo>
                    <a:pt x="335" y="0"/>
                    <a:pt x="1" y="365"/>
                    <a:pt x="1" y="790"/>
                  </a:cubicBezTo>
                  <a:lnTo>
                    <a:pt x="1" y="790"/>
                  </a:lnTo>
                  <a:cubicBezTo>
                    <a:pt x="1" y="1216"/>
                    <a:pt x="335" y="1550"/>
                    <a:pt x="761" y="1550"/>
                  </a:cubicBezTo>
                  <a:lnTo>
                    <a:pt x="6597" y="1550"/>
                  </a:lnTo>
                  <a:cubicBezTo>
                    <a:pt x="7022" y="1550"/>
                    <a:pt x="7357" y="1216"/>
                    <a:pt x="7357" y="790"/>
                  </a:cubicBezTo>
                  <a:lnTo>
                    <a:pt x="7357" y="790"/>
                  </a:lnTo>
                  <a:cubicBezTo>
                    <a:pt x="7357" y="365"/>
                    <a:pt x="7022" y="0"/>
                    <a:pt x="6597" y="0"/>
                  </a:cubicBezTo>
                  <a:close/>
                </a:path>
              </a:pathLst>
            </a:custGeom>
            <a:solidFill>
              <a:srgbClr val="99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79;p46">
              <a:extLst>
                <a:ext uri="{FF2B5EF4-FFF2-40B4-BE49-F238E27FC236}">
                  <a16:creationId xmlns:a16="http://schemas.microsoft.com/office/drawing/2014/main" id="{36689F35-2CDA-7056-8017-9A253B0F3BA5}"/>
                </a:ext>
              </a:extLst>
            </p:cNvPr>
            <p:cNvSpPr/>
            <p:nvPr/>
          </p:nvSpPr>
          <p:spPr>
            <a:xfrm>
              <a:off x="4411450" y="2638625"/>
              <a:ext cx="1520550" cy="993200"/>
            </a:xfrm>
            <a:custGeom>
              <a:avLst/>
              <a:gdLst/>
              <a:ahLst/>
              <a:cxnLst/>
              <a:rect l="l" t="t" r="r" b="b"/>
              <a:pathLst>
                <a:path w="60822" h="39728" extrusionOk="0">
                  <a:moveTo>
                    <a:pt x="0" y="1"/>
                  </a:moveTo>
                  <a:lnTo>
                    <a:pt x="60822" y="1"/>
                  </a:lnTo>
                  <a:lnTo>
                    <a:pt x="60822" y="39728"/>
                  </a:lnTo>
                  <a:lnTo>
                    <a:pt x="0" y="3972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80;p46">
              <a:extLst>
                <a:ext uri="{FF2B5EF4-FFF2-40B4-BE49-F238E27FC236}">
                  <a16:creationId xmlns:a16="http://schemas.microsoft.com/office/drawing/2014/main" id="{7FB90036-C3B3-168E-A88E-97F8A7B1C064}"/>
                </a:ext>
              </a:extLst>
            </p:cNvPr>
            <p:cNvSpPr/>
            <p:nvPr/>
          </p:nvSpPr>
          <p:spPr>
            <a:xfrm>
              <a:off x="4441850" y="2665975"/>
              <a:ext cx="1460525" cy="938500"/>
            </a:xfrm>
            <a:custGeom>
              <a:avLst/>
              <a:gdLst/>
              <a:ahLst/>
              <a:cxnLst/>
              <a:rect l="l" t="t" r="r" b="b"/>
              <a:pathLst>
                <a:path w="58421" h="37540" extrusionOk="0">
                  <a:moveTo>
                    <a:pt x="0" y="1"/>
                  </a:moveTo>
                  <a:lnTo>
                    <a:pt x="58421" y="1"/>
                  </a:lnTo>
                  <a:lnTo>
                    <a:pt x="58421" y="37539"/>
                  </a:lnTo>
                  <a:lnTo>
                    <a:pt x="0" y="3753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81;p46">
              <a:extLst>
                <a:ext uri="{FF2B5EF4-FFF2-40B4-BE49-F238E27FC236}">
                  <a16:creationId xmlns:a16="http://schemas.microsoft.com/office/drawing/2014/main" id="{CF507CB1-6862-0096-962C-19CF3DB5FB18}"/>
                </a:ext>
              </a:extLst>
            </p:cNvPr>
            <p:cNvSpPr/>
            <p:nvPr/>
          </p:nvSpPr>
          <p:spPr>
            <a:xfrm>
              <a:off x="4536075" y="2492725"/>
              <a:ext cx="1521325" cy="992450"/>
            </a:xfrm>
            <a:custGeom>
              <a:avLst/>
              <a:gdLst/>
              <a:ahLst/>
              <a:cxnLst/>
              <a:rect l="l" t="t" r="r" b="b"/>
              <a:pathLst>
                <a:path w="60853" h="39698" extrusionOk="0">
                  <a:moveTo>
                    <a:pt x="0" y="1"/>
                  </a:moveTo>
                  <a:lnTo>
                    <a:pt x="60852" y="1"/>
                  </a:lnTo>
                  <a:lnTo>
                    <a:pt x="60852" y="39697"/>
                  </a:lnTo>
                  <a:lnTo>
                    <a:pt x="0" y="3969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82;p46">
              <a:extLst>
                <a:ext uri="{FF2B5EF4-FFF2-40B4-BE49-F238E27FC236}">
                  <a16:creationId xmlns:a16="http://schemas.microsoft.com/office/drawing/2014/main" id="{47D7397C-6D06-AD04-F574-F1C213B8CEAE}"/>
                </a:ext>
              </a:extLst>
            </p:cNvPr>
            <p:cNvSpPr/>
            <p:nvPr/>
          </p:nvSpPr>
          <p:spPr>
            <a:xfrm>
              <a:off x="4566450" y="2519325"/>
              <a:ext cx="1460550" cy="939250"/>
            </a:xfrm>
            <a:custGeom>
              <a:avLst/>
              <a:gdLst/>
              <a:ahLst/>
              <a:cxnLst/>
              <a:rect l="l" t="t" r="r" b="b"/>
              <a:pathLst>
                <a:path w="58422" h="37570" extrusionOk="0">
                  <a:moveTo>
                    <a:pt x="1" y="0"/>
                  </a:moveTo>
                  <a:lnTo>
                    <a:pt x="58421" y="0"/>
                  </a:lnTo>
                  <a:lnTo>
                    <a:pt x="58421" y="37569"/>
                  </a:lnTo>
                  <a:lnTo>
                    <a:pt x="1" y="3756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83;p46">
              <a:extLst>
                <a:ext uri="{FF2B5EF4-FFF2-40B4-BE49-F238E27FC236}">
                  <a16:creationId xmlns:a16="http://schemas.microsoft.com/office/drawing/2014/main" id="{ADB084F5-445D-1E46-BE6C-8DE81ABE37AE}"/>
                </a:ext>
              </a:extLst>
            </p:cNvPr>
            <p:cNvSpPr/>
            <p:nvPr/>
          </p:nvSpPr>
          <p:spPr>
            <a:xfrm>
              <a:off x="5325600" y="2847600"/>
              <a:ext cx="606400" cy="525100"/>
            </a:xfrm>
            <a:custGeom>
              <a:avLst/>
              <a:gdLst/>
              <a:ahLst/>
              <a:cxnLst/>
              <a:rect l="l" t="t" r="r" b="b"/>
              <a:pathLst>
                <a:path w="24256" h="21004" extrusionOk="0">
                  <a:moveTo>
                    <a:pt x="12128" y="0"/>
                  </a:moveTo>
                  <a:lnTo>
                    <a:pt x="0" y="21004"/>
                  </a:lnTo>
                  <a:lnTo>
                    <a:pt x="24256" y="21004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84;p46">
              <a:extLst>
                <a:ext uri="{FF2B5EF4-FFF2-40B4-BE49-F238E27FC236}">
                  <a16:creationId xmlns:a16="http://schemas.microsoft.com/office/drawing/2014/main" id="{F8D47572-7FDA-F9B7-F454-F5D8C0579368}"/>
                </a:ext>
              </a:extLst>
            </p:cNvPr>
            <p:cNvSpPr/>
            <p:nvPr/>
          </p:nvSpPr>
          <p:spPr>
            <a:xfrm>
              <a:off x="4643200" y="2638625"/>
              <a:ext cx="848075" cy="734075"/>
            </a:xfrm>
            <a:custGeom>
              <a:avLst/>
              <a:gdLst/>
              <a:ahLst/>
              <a:cxnLst/>
              <a:rect l="l" t="t" r="r" b="b"/>
              <a:pathLst>
                <a:path w="33923" h="29363" extrusionOk="0">
                  <a:moveTo>
                    <a:pt x="16962" y="1"/>
                  </a:moveTo>
                  <a:lnTo>
                    <a:pt x="1" y="29363"/>
                  </a:lnTo>
                  <a:lnTo>
                    <a:pt x="33922" y="2936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85;p46">
              <a:extLst>
                <a:ext uri="{FF2B5EF4-FFF2-40B4-BE49-F238E27FC236}">
                  <a16:creationId xmlns:a16="http://schemas.microsoft.com/office/drawing/2014/main" id="{626E39D4-C8F1-7523-3529-B0EA138E193A}"/>
                </a:ext>
              </a:extLst>
            </p:cNvPr>
            <p:cNvSpPr/>
            <p:nvPr/>
          </p:nvSpPr>
          <p:spPr>
            <a:xfrm>
              <a:off x="5325600" y="2665975"/>
              <a:ext cx="180875" cy="181650"/>
            </a:xfrm>
            <a:custGeom>
              <a:avLst/>
              <a:gdLst/>
              <a:ahLst/>
              <a:cxnLst/>
              <a:rect l="l" t="t" r="r" b="b"/>
              <a:pathLst>
                <a:path w="7235" h="7266" extrusionOk="0">
                  <a:moveTo>
                    <a:pt x="7234" y="3618"/>
                  </a:moveTo>
                  <a:cubicBezTo>
                    <a:pt x="7234" y="5624"/>
                    <a:pt x="5593" y="7265"/>
                    <a:pt x="3617" y="7265"/>
                  </a:cubicBezTo>
                  <a:cubicBezTo>
                    <a:pt x="1611" y="7265"/>
                    <a:pt x="0" y="5624"/>
                    <a:pt x="0" y="3618"/>
                  </a:cubicBezTo>
                  <a:cubicBezTo>
                    <a:pt x="0" y="1642"/>
                    <a:pt x="1611" y="1"/>
                    <a:pt x="3617" y="1"/>
                  </a:cubicBezTo>
                  <a:cubicBezTo>
                    <a:pt x="5593" y="1"/>
                    <a:pt x="7234" y="1642"/>
                    <a:pt x="7234" y="36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86;p46">
              <a:extLst>
                <a:ext uri="{FF2B5EF4-FFF2-40B4-BE49-F238E27FC236}">
                  <a16:creationId xmlns:a16="http://schemas.microsoft.com/office/drawing/2014/main" id="{AE61510F-8C57-0485-2487-3718404AFA45}"/>
                </a:ext>
              </a:extLst>
            </p:cNvPr>
            <p:cNvSpPr/>
            <p:nvPr/>
          </p:nvSpPr>
          <p:spPr>
            <a:xfrm>
              <a:off x="5614350" y="2295150"/>
              <a:ext cx="636050" cy="636825"/>
            </a:xfrm>
            <a:custGeom>
              <a:avLst/>
              <a:gdLst/>
              <a:ahLst/>
              <a:cxnLst/>
              <a:rect l="l" t="t" r="r" b="b"/>
              <a:pathLst>
                <a:path w="25442" h="25473" extrusionOk="0">
                  <a:moveTo>
                    <a:pt x="1" y="1"/>
                  </a:moveTo>
                  <a:lnTo>
                    <a:pt x="25442" y="1"/>
                  </a:lnTo>
                  <a:lnTo>
                    <a:pt x="25442" y="25472"/>
                  </a:lnTo>
                  <a:lnTo>
                    <a:pt x="1" y="25472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87;p46">
              <a:extLst>
                <a:ext uri="{FF2B5EF4-FFF2-40B4-BE49-F238E27FC236}">
                  <a16:creationId xmlns:a16="http://schemas.microsoft.com/office/drawing/2014/main" id="{E5D500ED-A1F8-B248-46C6-D8BF50C4ACC7}"/>
                </a:ext>
              </a:extLst>
            </p:cNvPr>
            <p:cNvSpPr/>
            <p:nvPr/>
          </p:nvSpPr>
          <p:spPr>
            <a:xfrm>
              <a:off x="5582425" y="2264000"/>
              <a:ext cx="699150" cy="699125"/>
            </a:xfrm>
            <a:custGeom>
              <a:avLst/>
              <a:gdLst/>
              <a:ahLst/>
              <a:cxnLst/>
              <a:rect l="l" t="t" r="r" b="b"/>
              <a:pathLst>
                <a:path w="27966" h="27965" extrusionOk="0">
                  <a:moveTo>
                    <a:pt x="25442" y="27964"/>
                  </a:moveTo>
                  <a:lnTo>
                    <a:pt x="25442" y="25442"/>
                  </a:lnTo>
                  <a:lnTo>
                    <a:pt x="27965" y="25442"/>
                  </a:lnTo>
                  <a:lnTo>
                    <a:pt x="27965" y="27964"/>
                  </a:lnTo>
                  <a:close/>
                  <a:moveTo>
                    <a:pt x="1" y="27964"/>
                  </a:moveTo>
                  <a:lnTo>
                    <a:pt x="1" y="25442"/>
                  </a:lnTo>
                  <a:lnTo>
                    <a:pt x="2524" y="25442"/>
                  </a:lnTo>
                  <a:lnTo>
                    <a:pt x="2524" y="27964"/>
                  </a:lnTo>
                  <a:close/>
                  <a:moveTo>
                    <a:pt x="25442" y="2523"/>
                  </a:moveTo>
                  <a:lnTo>
                    <a:pt x="25442" y="1"/>
                  </a:lnTo>
                  <a:lnTo>
                    <a:pt x="27965" y="1"/>
                  </a:lnTo>
                  <a:lnTo>
                    <a:pt x="27965" y="2523"/>
                  </a:lnTo>
                  <a:close/>
                  <a:moveTo>
                    <a:pt x="1" y="2523"/>
                  </a:moveTo>
                  <a:lnTo>
                    <a:pt x="1" y="1"/>
                  </a:lnTo>
                  <a:lnTo>
                    <a:pt x="2524" y="1"/>
                  </a:lnTo>
                  <a:lnTo>
                    <a:pt x="2524" y="2523"/>
                  </a:lnTo>
                  <a:close/>
                </a:path>
              </a:pathLst>
            </a:custGeom>
            <a:solidFill>
              <a:srgbClr val="664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88;p46">
              <a:extLst>
                <a:ext uri="{FF2B5EF4-FFF2-40B4-BE49-F238E27FC236}">
                  <a16:creationId xmlns:a16="http://schemas.microsoft.com/office/drawing/2014/main" id="{3560820E-04FA-BF02-B459-5D6256E0257A}"/>
                </a:ext>
              </a:extLst>
            </p:cNvPr>
            <p:cNvSpPr/>
            <p:nvPr/>
          </p:nvSpPr>
          <p:spPr>
            <a:xfrm>
              <a:off x="5793675" y="2466900"/>
              <a:ext cx="277400" cy="334375"/>
            </a:xfrm>
            <a:custGeom>
              <a:avLst/>
              <a:gdLst/>
              <a:ahLst/>
              <a:cxnLst/>
              <a:rect l="l" t="t" r="r" b="b"/>
              <a:pathLst>
                <a:path w="11096" h="13375" extrusionOk="0">
                  <a:moveTo>
                    <a:pt x="11095" y="0"/>
                  </a:moveTo>
                  <a:lnTo>
                    <a:pt x="11095" y="2553"/>
                  </a:lnTo>
                  <a:lnTo>
                    <a:pt x="7053" y="2553"/>
                  </a:lnTo>
                  <a:lnTo>
                    <a:pt x="7053" y="13374"/>
                  </a:lnTo>
                  <a:lnTo>
                    <a:pt x="4044" y="13374"/>
                  </a:lnTo>
                  <a:lnTo>
                    <a:pt x="4044" y="2553"/>
                  </a:lnTo>
                  <a:lnTo>
                    <a:pt x="1" y="255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89;p46">
              <a:extLst>
                <a:ext uri="{FF2B5EF4-FFF2-40B4-BE49-F238E27FC236}">
                  <a16:creationId xmlns:a16="http://schemas.microsoft.com/office/drawing/2014/main" id="{E7089301-F294-9D5A-D5FC-A3EA09D18B17}"/>
                </a:ext>
              </a:extLst>
            </p:cNvPr>
            <p:cNvSpPr/>
            <p:nvPr/>
          </p:nvSpPr>
          <p:spPr>
            <a:xfrm>
              <a:off x="3966900" y="2033750"/>
              <a:ext cx="1743975" cy="102625"/>
            </a:xfrm>
            <a:custGeom>
              <a:avLst/>
              <a:gdLst/>
              <a:ahLst/>
              <a:cxnLst/>
              <a:rect l="l" t="t" r="r" b="b"/>
              <a:pathLst>
                <a:path w="69759" h="4105" extrusionOk="0">
                  <a:moveTo>
                    <a:pt x="67722" y="4104"/>
                  </a:moveTo>
                  <a:lnTo>
                    <a:pt x="2037" y="4104"/>
                  </a:lnTo>
                  <a:cubicBezTo>
                    <a:pt x="913" y="4104"/>
                    <a:pt x="1" y="3192"/>
                    <a:pt x="1" y="2037"/>
                  </a:cubicBezTo>
                  <a:lnTo>
                    <a:pt x="1" y="2037"/>
                  </a:lnTo>
                  <a:cubicBezTo>
                    <a:pt x="1" y="913"/>
                    <a:pt x="913" y="1"/>
                    <a:pt x="2037" y="1"/>
                  </a:cubicBezTo>
                  <a:lnTo>
                    <a:pt x="67722" y="1"/>
                  </a:lnTo>
                  <a:cubicBezTo>
                    <a:pt x="68847" y="1"/>
                    <a:pt x="69759" y="913"/>
                    <a:pt x="69759" y="2037"/>
                  </a:cubicBezTo>
                  <a:lnTo>
                    <a:pt x="69759" y="2037"/>
                  </a:lnTo>
                  <a:cubicBezTo>
                    <a:pt x="69759" y="3192"/>
                    <a:pt x="68847" y="4104"/>
                    <a:pt x="67722" y="410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0;p46">
              <a:extLst>
                <a:ext uri="{FF2B5EF4-FFF2-40B4-BE49-F238E27FC236}">
                  <a16:creationId xmlns:a16="http://schemas.microsoft.com/office/drawing/2014/main" id="{1787D3B3-B5FB-A73A-AA8B-2FED11014952}"/>
                </a:ext>
              </a:extLst>
            </p:cNvPr>
            <p:cNvSpPr/>
            <p:nvPr/>
          </p:nvSpPr>
          <p:spPr>
            <a:xfrm>
              <a:off x="4006425" y="2063400"/>
              <a:ext cx="41825" cy="42575"/>
            </a:xfrm>
            <a:custGeom>
              <a:avLst/>
              <a:gdLst/>
              <a:ahLst/>
              <a:cxnLst/>
              <a:rect l="l" t="t" r="r" b="b"/>
              <a:pathLst>
                <a:path w="1673" h="1703" extrusionOk="0">
                  <a:moveTo>
                    <a:pt x="85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5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1;p46">
              <a:extLst>
                <a:ext uri="{FF2B5EF4-FFF2-40B4-BE49-F238E27FC236}">
                  <a16:creationId xmlns:a16="http://schemas.microsoft.com/office/drawing/2014/main" id="{719036C1-E1EE-5A32-E175-03EFAB6D11CD}"/>
                </a:ext>
              </a:extLst>
            </p:cNvPr>
            <p:cNvSpPr/>
            <p:nvPr/>
          </p:nvSpPr>
          <p:spPr>
            <a:xfrm>
              <a:off x="4073300" y="2063400"/>
              <a:ext cx="41800" cy="42575"/>
            </a:xfrm>
            <a:custGeom>
              <a:avLst/>
              <a:gdLst/>
              <a:ahLst/>
              <a:cxnLst/>
              <a:rect l="l" t="t" r="r" b="b"/>
              <a:pathLst>
                <a:path w="1672" h="1703" extrusionOk="0">
                  <a:moveTo>
                    <a:pt x="821" y="0"/>
                  </a:moveTo>
                  <a:cubicBezTo>
                    <a:pt x="365" y="0"/>
                    <a:pt x="0" y="395"/>
                    <a:pt x="0" y="851"/>
                  </a:cubicBezTo>
                  <a:cubicBezTo>
                    <a:pt x="0" y="1338"/>
                    <a:pt x="365" y="1702"/>
                    <a:pt x="821" y="1702"/>
                  </a:cubicBezTo>
                  <a:cubicBezTo>
                    <a:pt x="1307" y="1702"/>
                    <a:pt x="1672" y="1338"/>
                    <a:pt x="1672" y="851"/>
                  </a:cubicBezTo>
                  <a:cubicBezTo>
                    <a:pt x="1672" y="395"/>
                    <a:pt x="1307" y="0"/>
                    <a:pt x="8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2;p46">
              <a:extLst>
                <a:ext uri="{FF2B5EF4-FFF2-40B4-BE49-F238E27FC236}">
                  <a16:creationId xmlns:a16="http://schemas.microsoft.com/office/drawing/2014/main" id="{E467E017-82C6-89D3-BD1D-CEDEAEF3FAA3}"/>
                </a:ext>
              </a:extLst>
            </p:cNvPr>
            <p:cNvSpPr/>
            <p:nvPr/>
          </p:nvSpPr>
          <p:spPr>
            <a:xfrm>
              <a:off x="4139400" y="2063400"/>
              <a:ext cx="42575" cy="42575"/>
            </a:xfrm>
            <a:custGeom>
              <a:avLst/>
              <a:gdLst/>
              <a:ahLst/>
              <a:cxnLst/>
              <a:rect l="l" t="t" r="r" b="b"/>
              <a:pathLst>
                <a:path w="1703" h="1703" extrusionOk="0">
                  <a:moveTo>
                    <a:pt x="852" y="0"/>
                  </a:moveTo>
                  <a:cubicBezTo>
                    <a:pt x="396" y="0"/>
                    <a:pt x="1" y="395"/>
                    <a:pt x="1" y="851"/>
                  </a:cubicBezTo>
                  <a:cubicBezTo>
                    <a:pt x="1" y="1338"/>
                    <a:pt x="396" y="1702"/>
                    <a:pt x="852" y="1702"/>
                  </a:cubicBezTo>
                  <a:cubicBezTo>
                    <a:pt x="1338" y="1702"/>
                    <a:pt x="1703" y="1338"/>
                    <a:pt x="1703" y="851"/>
                  </a:cubicBezTo>
                  <a:cubicBezTo>
                    <a:pt x="1703" y="395"/>
                    <a:pt x="1338" y="0"/>
                    <a:pt x="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3;p46">
              <a:extLst>
                <a:ext uri="{FF2B5EF4-FFF2-40B4-BE49-F238E27FC236}">
                  <a16:creationId xmlns:a16="http://schemas.microsoft.com/office/drawing/2014/main" id="{0E2F72DD-1DCC-A2EA-6F5F-831A3A8E227A}"/>
                </a:ext>
              </a:extLst>
            </p:cNvPr>
            <p:cNvSpPr/>
            <p:nvPr/>
          </p:nvSpPr>
          <p:spPr>
            <a:xfrm>
              <a:off x="4709325" y="2077825"/>
              <a:ext cx="415675" cy="333625"/>
            </a:xfrm>
            <a:custGeom>
              <a:avLst/>
              <a:gdLst/>
              <a:ahLst/>
              <a:cxnLst/>
              <a:rect l="l" t="t" r="r" b="b"/>
              <a:pathLst>
                <a:path w="16627" h="13345" extrusionOk="0">
                  <a:moveTo>
                    <a:pt x="15472" y="11369"/>
                  </a:moveTo>
                  <a:cubicBezTo>
                    <a:pt x="15320" y="10791"/>
                    <a:pt x="15411" y="10183"/>
                    <a:pt x="15715" y="9666"/>
                  </a:cubicBezTo>
                  <a:cubicBezTo>
                    <a:pt x="16292" y="8755"/>
                    <a:pt x="16627" y="7752"/>
                    <a:pt x="16627" y="6657"/>
                  </a:cubicBezTo>
                  <a:cubicBezTo>
                    <a:pt x="16627" y="2979"/>
                    <a:pt x="12888" y="1"/>
                    <a:pt x="8298" y="1"/>
                  </a:cubicBezTo>
                  <a:cubicBezTo>
                    <a:pt x="3709" y="1"/>
                    <a:pt x="0" y="2979"/>
                    <a:pt x="0" y="6657"/>
                  </a:cubicBezTo>
                  <a:cubicBezTo>
                    <a:pt x="0" y="10366"/>
                    <a:pt x="3709" y="13344"/>
                    <a:pt x="8298" y="13344"/>
                  </a:cubicBezTo>
                  <a:cubicBezTo>
                    <a:pt x="9636" y="13344"/>
                    <a:pt x="10882" y="13101"/>
                    <a:pt x="11976" y="12645"/>
                  </a:cubicBezTo>
                  <a:cubicBezTo>
                    <a:pt x="12432" y="12493"/>
                    <a:pt x="12888" y="12432"/>
                    <a:pt x="13344" y="12554"/>
                  </a:cubicBezTo>
                  <a:lnTo>
                    <a:pt x="15988" y="13284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4;p46">
              <a:extLst>
                <a:ext uri="{FF2B5EF4-FFF2-40B4-BE49-F238E27FC236}">
                  <a16:creationId xmlns:a16="http://schemas.microsoft.com/office/drawing/2014/main" id="{DC0A8DEB-273C-F556-5AE8-42FEA42CFAC7}"/>
                </a:ext>
              </a:extLst>
            </p:cNvPr>
            <p:cNvSpPr/>
            <p:nvPr/>
          </p:nvSpPr>
          <p:spPr>
            <a:xfrm>
              <a:off x="4817975" y="2224475"/>
              <a:ext cx="197600" cy="40300"/>
            </a:xfrm>
            <a:custGeom>
              <a:avLst/>
              <a:gdLst/>
              <a:ahLst/>
              <a:cxnLst/>
              <a:rect l="l" t="t" r="r" b="b"/>
              <a:pathLst>
                <a:path w="7904" h="1612" extrusionOk="0">
                  <a:moveTo>
                    <a:pt x="4773" y="791"/>
                  </a:moveTo>
                  <a:cubicBezTo>
                    <a:pt x="4773" y="1247"/>
                    <a:pt x="4408" y="1612"/>
                    <a:pt x="3952" y="1612"/>
                  </a:cubicBezTo>
                  <a:cubicBezTo>
                    <a:pt x="3496" y="1612"/>
                    <a:pt x="3132" y="1247"/>
                    <a:pt x="3132" y="791"/>
                  </a:cubicBezTo>
                  <a:cubicBezTo>
                    <a:pt x="3132" y="366"/>
                    <a:pt x="3496" y="1"/>
                    <a:pt x="3952" y="1"/>
                  </a:cubicBezTo>
                  <a:cubicBezTo>
                    <a:pt x="4408" y="1"/>
                    <a:pt x="4773" y="366"/>
                    <a:pt x="4773" y="791"/>
                  </a:cubicBezTo>
                  <a:close/>
                  <a:moveTo>
                    <a:pt x="7083" y="1"/>
                  </a:moveTo>
                  <a:cubicBezTo>
                    <a:pt x="6627" y="1"/>
                    <a:pt x="6262" y="366"/>
                    <a:pt x="6262" y="791"/>
                  </a:cubicBezTo>
                  <a:cubicBezTo>
                    <a:pt x="6262" y="1247"/>
                    <a:pt x="6627" y="1612"/>
                    <a:pt x="7083" y="1612"/>
                  </a:cubicBezTo>
                  <a:cubicBezTo>
                    <a:pt x="7539" y="1612"/>
                    <a:pt x="7904" y="1247"/>
                    <a:pt x="7904" y="791"/>
                  </a:cubicBezTo>
                  <a:cubicBezTo>
                    <a:pt x="7904" y="366"/>
                    <a:pt x="7539" y="1"/>
                    <a:pt x="7083" y="1"/>
                  </a:cubicBezTo>
                  <a:close/>
                  <a:moveTo>
                    <a:pt x="1" y="791"/>
                  </a:moveTo>
                  <a:cubicBezTo>
                    <a:pt x="1" y="1247"/>
                    <a:pt x="396" y="1612"/>
                    <a:pt x="822" y="1612"/>
                  </a:cubicBezTo>
                  <a:cubicBezTo>
                    <a:pt x="1278" y="1612"/>
                    <a:pt x="1642" y="1247"/>
                    <a:pt x="1642" y="791"/>
                  </a:cubicBezTo>
                  <a:cubicBezTo>
                    <a:pt x="1642" y="366"/>
                    <a:pt x="1278" y="1"/>
                    <a:pt x="822" y="1"/>
                  </a:cubicBezTo>
                  <a:cubicBezTo>
                    <a:pt x="396" y="1"/>
                    <a:pt x="1" y="366"/>
                    <a:pt x="1" y="7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5;p46">
              <a:extLst>
                <a:ext uri="{FF2B5EF4-FFF2-40B4-BE49-F238E27FC236}">
                  <a16:creationId xmlns:a16="http://schemas.microsoft.com/office/drawing/2014/main" id="{A9DD3747-5E5F-5AB6-BBB8-2BEDFA5089A7}"/>
                </a:ext>
              </a:extLst>
            </p:cNvPr>
            <p:cNvSpPr/>
            <p:nvPr/>
          </p:nvSpPr>
          <p:spPr>
            <a:xfrm>
              <a:off x="522907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95" y="10274"/>
                    <a:pt x="5138" y="10274"/>
                  </a:cubicBezTo>
                  <a:cubicBezTo>
                    <a:pt x="2311" y="10274"/>
                    <a:pt x="1" y="7964"/>
                    <a:pt x="1" y="513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96;p46">
              <a:extLst>
                <a:ext uri="{FF2B5EF4-FFF2-40B4-BE49-F238E27FC236}">
                  <a16:creationId xmlns:a16="http://schemas.microsoft.com/office/drawing/2014/main" id="{DB5F8DBA-402C-399C-5C5D-9CEC6C04BAF7}"/>
                </a:ext>
              </a:extLst>
            </p:cNvPr>
            <p:cNvSpPr/>
            <p:nvPr/>
          </p:nvSpPr>
          <p:spPr>
            <a:xfrm>
              <a:off x="5307350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4682" y="2706"/>
                  </a:moveTo>
                  <a:lnTo>
                    <a:pt x="1" y="0"/>
                  </a:lnTo>
                  <a:lnTo>
                    <a:pt x="1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97;p46">
              <a:extLst>
                <a:ext uri="{FF2B5EF4-FFF2-40B4-BE49-F238E27FC236}">
                  <a16:creationId xmlns:a16="http://schemas.microsoft.com/office/drawing/2014/main" id="{2AA2D191-05B7-5E74-FE4E-00D2B047EF05}"/>
                </a:ext>
              </a:extLst>
            </p:cNvPr>
            <p:cNvSpPr/>
            <p:nvPr/>
          </p:nvSpPr>
          <p:spPr>
            <a:xfrm>
              <a:off x="4890925" y="3776175"/>
              <a:ext cx="256875" cy="256875"/>
            </a:xfrm>
            <a:custGeom>
              <a:avLst/>
              <a:gdLst/>
              <a:ahLst/>
              <a:cxnLst/>
              <a:rect l="l" t="t" r="r" b="b"/>
              <a:pathLst>
                <a:path w="10275" h="10275" extrusionOk="0">
                  <a:moveTo>
                    <a:pt x="10275" y="5138"/>
                  </a:moveTo>
                  <a:cubicBezTo>
                    <a:pt x="10275" y="7964"/>
                    <a:pt x="7965" y="10274"/>
                    <a:pt x="5138" y="10274"/>
                  </a:cubicBezTo>
                  <a:cubicBezTo>
                    <a:pt x="2281" y="10274"/>
                    <a:pt x="1" y="7964"/>
                    <a:pt x="1" y="5138"/>
                  </a:cubicBezTo>
                  <a:cubicBezTo>
                    <a:pt x="1" y="2311"/>
                    <a:pt x="2281" y="1"/>
                    <a:pt x="5138" y="1"/>
                  </a:cubicBezTo>
                  <a:cubicBezTo>
                    <a:pt x="7965" y="1"/>
                    <a:pt x="10275" y="2311"/>
                    <a:pt x="10275" y="513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98;p46">
              <a:extLst>
                <a:ext uri="{FF2B5EF4-FFF2-40B4-BE49-F238E27FC236}">
                  <a16:creationId xmlns:a16="http://schemas.microsoft.com/office/drawing/2014/main" id="{9E871C1F-A036-DF47-75E8-A2CBBF7F1531}"/>
                </a:ext>
              </a:extLst>
            </p:cNvPr>
            <p:cNvSpPr/>
            <p:nvPr/>
          </p:nvSpPr>
          <p:spPr>
            <a:xfrm>
              <a:off x="4952475" y="3836975"/>
              <a:ext cx="117050" cy="135275"/>
            </a:xfrm>
            <a:custGeom>
              <a:avLst/>
              <a:gdLst/>
              <a:ahLst/>
              <a:cxnLst/>
              <a:rect l="l" t="t" r="r" b="b"/>
              <a:pathLst>
                <a:path w="4682" h="5411" extrusionOk="0">
                  <a:moveTo>
                    <a:pt x="1" y="2706"/>
                  </a:moveTo>
                  <a:lnTo>
                    <a:pt x="4682" y="0"/>
                  </a:lnTo>
                  <a:lnTo>
                    <a:pt x="4682" y="54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99;p46">
              <a:extLst>
                <a:ext uri="{FF2B5EF4-FFF2-40B4-BE49-F238E27FC236}">
                  <a16:creationId xmlns:a16="http://schemas.microsoft.com/office/drawing/2014/main" id="{D02F78A9-FD36-DC30-0DF4-5410721AB7CF}"/>
                </a:ext>
              </a:extLst>
            </p:cNvPr>
            <p:cNvSpPr/>
            <p:nvPr/>
          </p:nvSpPr>
          <p:spPr>
            <a:xfrm>
              <a:off x="3966900" y="236582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00;p46">
              <a:extLst>
                <a:ext uri="{FF2B5EF4-FFF2-40B4-BE49-F238E27FC236}">
                  <a16:creationId xmlns:a16="http://schemas.microsoft.com/office/drawing/2014/main" id="{8505597A-B431-8EE7-DC38-0A40EF828C85}"/>
                </a:ext>
              </a:extLst>
            </p:cNvPr>
            <p:cNvSpPr/>
            <p:nvPr/>
          </p:nvSpPr>
          <p:spPr>
            <a:xfrm>
              <a:off x="3999575" y="2395450"/>
              <a:ext cx="188475" cy="189250"/>
            </a:xfrm>
            <a:custGeom>
              <a:avLst/>
              <a:gdLst/>
              <a:ahLst/>
              <a:cxnLst/>
              <a:rect l="l" t="t" r="r" b="b"/>
              <a:pathLst>
                <a:path w="7539" h="7570" extrusionOk="0">
                  <a:moveTo>
                    <a:pt x="3770" y="1"/>
                  </a:moveTo>
                  <a:cubicBezTo>
                    <a:pt x="3679" y="1"/>
                    <a:pt x="3587" y="92"/>
                    <a:pt x="3587" y="183"/>
                  </a:cubicBezTo>
                  <a:lnTo>
                    <a:pt x="3587" y="1521"/>
                  </a:lnTo>
                  <a:cubicBezTo>
                    <a:pt x="3587" y="1612"/>
                    <a:pt x="3679" y="1703"/>
                    <a:pt x="3770" y="1703"/>
                  </a:cubicBezTo>
                  <a:cubicBezTo>
                    <a:pt x="3861" y="1703"/>
                    <a:pt x="3922" y="1612"/>
                    <a:pt x="3922" y="1521"/>
                  </a:cubicBezTo>
                  <a:lnTo>
                    <a:pt x="3922" y="183"/>
                  </a:lnTo>
                  <a:cubicBezTo>
                    <a:pt x="3922" y="92"/>
                    <a:pt x="3861" y="1"/>
                    <a:pt x="3770" y="1"/>
                  </a:cubicBezTo>
                  <a:close/>
                  <a:moveTo>
                    <a:pt x="1217" y="1057"/>
                  </a:moveTo>
                  <a:cubicBezTo>
                    <a:pt x="1171" y="1057"/>
                    <a:pt x="1125" y="1080"/>
                    <a:pt x="1095" y="1126"/>
                  </a:cubicBezTo>
                  <a:cubicBezTo>
                    <a:pt x="1034" y="1186"/>
                    <a:pt x="1034" y="1278"/>
                    <a:pt x="1095" y="1338"/>
                  </a:cubicBezTo>
                  <a:lnTo>
                    <a:pt x="2068" y="2311"/>
                  </a:lnTo>
                  <a:cubicBezTo>
                    <a:pt x="2098" y="2341"/>
                    <a:pt x="2128" y="2372"/>
                    <a:pt x="2189" y="2372"/>
                  </a:cubicBezTo>
                  <a:cubicBezTo>
                    <a:pt x="2220" y="2372"/>
                    <a:pt x="2250" y="2341"/>
                    <a:pt x="2280" y="2311"/>
                  </a:cubicBezTo>
                  <a:cubicBezTo>
                    <a:pt x="2372" y="2250"/>
                    <a:pt x="2372" y="2129"/>
                    <a:pt x="2280" y="2068"/>
                  </a:cubicBezTo>
                  <a:lnTo>
                    <a:pt x="1338" y="1126"/>
                  </a:lnTo>
                  <a:cubicBezTo>
                    <a:pt x="1308" y="1080"/>
                    <a:pt x="1262" y="1057"/>
                    <a:pt x="1217" y="1057"/>
                  </a:cubicBezTo>
                  <a:close/>
                  <a:moveTo>
                    <a:pt x="6323" y="1057"/>
                  </a:moveTo>
                  <a:cubicBezTo>
                    <a:pt x="6277" y="1057"/>
                    <a:pt x="6232" y="1080"/>
                    <a:pt x="6201" y="1126"/>
                  </a:cubicBezTo>
                  <a:lnTo>
                    <a:pt x="5229" y="2068"/>
                  </a:lnTo>
                  <a:cubicBezTo>
                    <a:pt x="5168" y="2129"/>
                    <a:pt x="5168" y="2250"/>
                    <a:pt x="5229" y="2311"/>
                  </a:cubicBezTo>
                  <a:cubicBezTo>
                    <a:pt x="5259" y="2341"/>
                    <a:pt x="5320" y="2372"/>
                    <a:pt x="5350" y="2372"/>
                  </a:cubicBezTo>
                  <a:cubicBezTo>
                    <a:pt x="5411" y="2372"/>
                    <a:pt x="5442" y="2341"/>
                    <a:pt x="5472" y="2311"/>
                  </a:cubicBezTo>
                  <a:lnTo>
                    <a:pt x="6445" y="1338"/>
                  </a:lnTo>
                  <a:cubicBezTo>
                    <a:pt x="6505" y="1278"/>
                    <a:pt x="6505" y="1186"/>
                    <a:pt x="6445" y="1126"/>
                  </a:cubicBezTo>
                  <a:cubicBezTo>
                    <a:pt x="6414" y="1080"/>
                    <a:pt x="6369" y="1057"/>
                    <a:pt x="6323" y="1057"/>
                  </a:cubicBezTo>
                  <a:close/>
                  <a:moveTo>
                    <a:pt x="153" y="3618"/>
                  </a:moveTo>
                  <a:cubicBezTo>
                    <a:pt x="62" y="3618"/>
                    <a:pt x="1" y="3679"/>
                    <a:pt x="1" y="3770"/>
                  </a:cubicBezTo>
                  <a:cubicBezTo>
                    <a:pt x="1" y="3861"/>
                    <a:pt x="62" y="3952"/>
                    <a:pt x="153" y="3952"/>
                  </a:cubicBezTo>
                  <a:lnTo>
                    <a:pt x="1521" y="3952"/>
                  </a:lnTo>
                  <a:cubicBezTo>
                    <a:pt x="1612" y="3952"/>
                    <a:pt x="1672" y="3861"/>
                    <a:pt x="1672" y="3770"/>
                  </a:cubicBezTo>
                  <a:cubicBezTo>
                    <a:pt x="1672" y="3679"/>
                    <a:pt x="1612" y="3618"/>
                    <a:pt x="1521" y="3618"/>
                  </a:cubicBezTo>
                  <a:close/>
                  <a:moveTo>
                    <a:pt x="6019" y="3618"/>
                  </a:moveTo>
                  <a:cubicBezTo>
                    <a:pt x="5928" y="3618"/>
                    <a:pt x="5837" y="3679"/>
                    <a:pt x="5837" y="3770"/>
                  </a:cubicBezTo>
                  <a:cubicBezTo>
                    <a:pt x="5837" y="3861"/>
                    <a:pt x="5928" y="3952"/>
                    <a:pt x="6019" y="3952"/>
                  </a:cubicBezTo>
                  <a:lnTo>
                    <a:pt x="7387" y="3952"/>
                  </a:lnTo>
                  <a:cubicBezTo>
                    <a:pt x="7478" y="3952"/>
                    <a:pt x="7539" y="3861"/>
                    <a:pt x="7539" y="3770"/>
                  </a:cubicBezTo>
                  <a:cubicBezTo>
                    <a:pt x="7539" y="3679"/>
                    <a:pt x="7478" y="3618"/>
                    <a:pt x="7387" y="3618"/>
                  </a:cubicBezTo>
                  <a:close/>
                  <a:moveTo>
                    <a:pt x="3770" y="2189"/>
                  </a:moveTo>
                  <a:cubicBezTo>
                    <a:pt x="2888" y="2189"/>
                    <a:pt x="2189" y="2889"/>
                    <a:pt x="2189" y="3770"/>
                  </a:cubicBezTo>
                  <a:cubicBezTo>
                    <a:pt x="2189" y="4652"/>
                    <a:pt x="2888" y="5381"/>
                    <a:pt x="3770" y="5381"/>
                  </a:cubicBezTo>
                  <a:cubicBezTo>
                    <a:pt x="4651" y="5381"/>
                    <a:pt x="5350" y="4652"/>
                    <a:pt x="5350" y="3770"/>
                  </a:cubicBezTo>
                  <a:cubicBezTo>
                    <a:pt x="5350" y="2889"/>
                    <a:pt x="4651" y="2189"/>
                    <a:pt x="3770" y="2189"/>
                  </a:cubicBezTo>
                  <a:close/>
                  <a:moveTo>
                    <a:pt x="2174" y="5214"/>
                  </a:moveTo>
                  <a:cubicBezTo>
                    <a:pt x="2136" y="5214"/>
                    <a:pt x="2098" y="5229"/>
                    <a:pt x="2068" y="5259"/>
                  </a:cubicBezTo>
                  <a:lnTo>
                    <a:pt x="1095" y="6202"/>
                  </a:lnTo>
                  <a:cubicBezTo>
                    <a:pt x="1034" y="6293"/>
                    <a:pt x="1034" y="6384"/>
                    <a:pt x="1095" y="6445"/>
                  </a:cubicBezTo>
                  <a:cubicBezTo>
                    <a:pt x="1125" y="6475"/>
                    <a:pt x="1186" y="6506"/>
                    <a:pt x="1217" y="6506"/>
                  </a:cubicBezTo>
                  <a:cubicBezTo>
                    <a:pt x="1247" y="6506"/>
                    <a:pt x="1308" y="6475"/>
                    <a:pt x="1338" y="6445"/>
                  </a:cubicBezTo>
                  <a:lnTo>
                    <a:pt x="2280" y="5503"/>
                  </a:lnTo>
                  <a:cubicBezTo>
                    <a:pt x="2372" y="5411"/>
                    <a:pt x="2372" y="5320"/>
                    <a:pt x="2280" y="5259"/>
                  </a:cubicBezTo>
                  <a:cubicBezTo>
                    <a:pt x="2250" y="5229"/>
                    <a:pt x="2212" y="5214"/>
                    <a:pt x="2174" y="5214"/>
                  </a:cubicBezTo>
                  <a:close/>
                  <a:moveTo>
                    <a:pt x="5350" y="5214"/>
                  </a:moveTo>
                  <a:cubicBezTo>
                    <a:pt x="5305" y="5214"/>
                    <a:pt x="5259" y="5229"/>
                    <a:pt x="5229" y="5259"/>
                  </a:cubicBezTo>
                  <a:cubicBezTo>
                    <a:pt x="5168" y="5320"/>
                    <a:pt x="5168" y="5411"/>
                    <a:pt x="5229" y="5503"/>
                  </a:cubicBezTo>
                  <a:lnTo>
                    <a:pt x="6201" y="6445"/>
                  </a:lnTo>
                  <a:cubicBezTo>
                    <a:pt x="6232" y="6475"/>
                    <a:pt x="6262" y="6506"/>
                    <a:pt x="6323" y="6506"/>
                  </a:cubicBezTo>
                  <a:cubicBezTo>
                    <a:pt x="6353" y="6506"/>
                    <a:pt x="6414" y="6475"/>
                    <a:pt x="6445" y="6445"/>
                  </a:cubicBezTo>
                  <a:cubicBezTo>
                    <a:pt x="6505" y="6384"/>
                    <a:pt x="6505" y="6293"/>
                    <a:pt x="6445" y="6202"/>
                  </a:cubicBezTo>
                  <a:lnTo>
                    <a:pt x="5472" y="5259"/>
                  </a:lnTo>
                  <a:cubicBezTo>
                    <a:pt x="5442" y="5229"/>
                    <a:pt x="5396" y="5214"/>
                    <a:pt x="5350" y="5214"/>
                  </a:cubicBezTo>
                  <a:close/>
                  <a:moveTo>
                    <a:pt x="3770" y="5867"/>
                  </a:moveTo>
                  <a:cubicBezTo>
                    <a:pt x="3679" y="5867"/>
                    <a:pt x="3587" y="5928"/>
                    <a:pt x="3587" y="6019"/>
                  </a:cubicBezTo>
                  <a:lnTo>
                    <a:pt x="3587" y="7387"/>
                  </a:lnTo>
                  <a:cubicBezTo>
                    <a:pt x="3587" y="7478"/>
                    <a:pt x="3679" y="7569"/>
                    <a:pt x="3770" y="7569"/>
                  </a:cubicBezTo>
                  <a:cubicBezTo>
                    <a:pt x="3861" y="7569"/>
                    <a:pt x="3922" y="7478"/>
                    <a:pt x="3922" y="7387"/>
                  </a:cubicBezTo>
                  <a:lnTo>
                    <a:pt x="3922" y="6019"/>
                  </a:lnTo>
                  <a:cubicBezTo>
                    <a:pt x="3922" y="5928"/>
                    <a:pt x="3861" y="5867"/>
                    <a:pt x="3770" y="58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01;p46">
              <a:extLst>
                <a:ext uri="{FF2B5EF4-FFF2-40B4-BE49-F238E27FC236}">
                  <a16:creationId xmlns:a16="http://schemas.microsoft.com/office/drawing/2014/main" id="{5F27190A-FCD3-4CFA-BBCE-5222C0E140C6}"/>
                </a:ext>
              </a:extLst>
            </p:cNvPr>
            <p:cNvSpPr/>
            <p:nvPr/>
          </p:nvSpPr>
          <p:spPr>
            <a:xfrm>
              <a:off x="3966900" y="2665975"/>
              <a:ext cx="253825" cy="253825"/>
            </a:xfrm>
            <a:custGeom>
              <a:avLst/>
              <a:gdLst/>
              <a:ahLst/>
              <a:cxnLst/>
              <a:rect l="l" t="t" r="r" b="b"/>
              <a:pathLst>
                <a:path w="10153" h="10153" extrusionOk="0">
                  <a:moveTo>
                    <a:pt x="1" y="1"/>
                  </a:moveTo>
                  <a:lnTo>
                    <a:pt x="10153" y="1"/>
                  </a:lnTo>
                  <a:lnTo>
                    <a:pt x="10153" y="10153"/>
                  </a:lnTo>
                  <a:lnTo>
                    <a:pt x="1" y="10153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02;p46">
              <a:extLst>
                <a:ext uri="{FF2B5EF4-FFF2-40B4-BE49-F238E27FC236}">
                  <a16:creationId xmlns:a16="http://schemas.microsoft.com/office/drawing/2014/main" id="{A56403D6-83CA-B904-1770-F4250E2A32B4}"/>
                </a:ext>
              </a:extLst>
            </p:cNvPr>
            <p:cNvSpPr/>
            <p:nvPr/>
          </p:nvSpPr>
          <p:spPr>
            <a:xfrm>
              <a:off x="4015550" y="2719675"/>
              <a:ext cx="138325" cy="140400"/>
            </a:xfrm>
            <a:custGeom>
              <a:avLst/>
              <a:gdLst/>
              <a:ahLst/>
              <a:cxnLst/>
              <a:rect l="l" t="t" r="r" b="b"/>
              <a:pathLst>
                <a:path w="5533" h="5616" extrusionOk="0">
                  <a:moveTo>
                    <a:pt x="3246" y="0"/>
                  </a:moveTo>
                  <a:cubicBezTo>
                    <a:pt x="2863" y="0"/>
                    <a:pt x="2480" y="75"/>
                    <a:pt x="2097" y="224"/>
                  </a:cubicBezTo>
                  <a:cubicBezTo>
                    <a:pt x="669" y="832"/>
                    <a:pt x="0" y="2473"/>
                    <a:pt x="608" y="3902"/>
                  </a:cubicBezTo>
                  <a:cubicBezTo>
                    <a:pt x="1063" y="4972"/>
                    <a:pt x="2099" y="5616"/>
                    <a:pt x="3190" y="5616"/>
                  </a:cubicBezTo>
                  <a:cubicBezTo>
                    <a:pt x="3556" y="5616"/>
                    <a:pt x="3928" y="5543"/>
                    <a:pt x="4286" y="5391"/>
                  </a:cubicBezTo>
                  <a:cubicBezTo>
                    <a:pt x="4803" y="5178"/>
                    <a:pt x="5259" y="4813"/>
                    <a:pt x="5532" y="4357"/>
                  </a:cubicBezTo>
                  <a:lnTo>
                    <a:pt x="5532" y="4357"/>
                  </a:lnTo>
                  <a:cubicBezTo>
                    <a:pt x="5245" y="4475"/>
                    <a:pt x="4950" y="4531"/>
                    <a:pt x="4659" y="4531"/>
                  </a:cubicBezTo>
                  <a:cubicBezTo>
                    <a:pt x="3749" y="4531"/>
                    <a:pt x="2892" y="3987"/>
                    <a:pt x="2523" y="3111"/>
                  </a:cubicBezTo>
                  <a:cubicBezTo>
                    <a:pt x="2006" y="1926"/>
                    <a:pt x="2553" y="558"/>
                    <a:pt x="3739" y="41"/>
                  </a:cubicBezTo>
                  <a:cubicBezTo>
                    <a:pt x="3575" y="14"/>
                    <a:pt x="3410" y="0"/>
                    <a:pt x="3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03;p46">
              <a:extLst>
                <a:ext uri="{FF2B5EF4-FFF2-40B4-BE49-F238E27FC236}">
                  <a16:creationId xmlns:a16="http://schemas.microsoft.com/office/drawing/2014/main" id="{343304E4-C0BA-9010-29B3-C9DCA1D6CBE0}"/>
                </a:ext>
              </a:extLst>
            </p:cNvPr>
            <p:cNvSpPr/>
            <p:nvPr/>
          </p:nvSpPr>
          <p:spPr>
            <a:xfrm>
              <a:off x="6152350" y="3180425"/>
              <a:ext cx="257625" cy="257625"/>
            </a:xfrm>
            <a:custGeom>
              <a:avLst/>
              <a:gdLst/>
              <a:ahLst/>
              <a:cxnLst/>
              <a:rect l="l" t="t" r="r" b="b"/>
              <a:pathLst>
                <a:path w="10305" h="10305" extrusionOk="0">
                  <a:moveTo>
                    <a:pt x="10305" y="5168"/>
                  </a:moveTo>
                  <a:cubicBezTo>
                    <a:pt x="10305" y="7995"/>
                    <a:pt x="7995" y="10305"/>
                    <a:pt x="5138" y="10305"/>
                  </a:cubicBezTo>
                  <a:cubicBezTo>
                    <a:pt x="2311" y="10305"/>
                    <a:pt x="1" y="7995"/>
                    <a:pt x="1" y="5168"/>
                  </a:cubicBezTo>
                  <a:cubicBezTo>
                    <a:pt x="1" y="2311"/>
                    <a:pt x="2311" y="1"/>
                    <a:pt x="5138" y="1"/>
                  </a:cubicBezTo>
                  <a:cubicBezTo>
                    <a:pt x="7995" y="1"/>
                    <a:pt x="10305" y="2311"/>
                    <a:pt x="10305" y="5168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04;p46">
              <a:extLst>
                <a:ext uri="{FF2B5EF4-FFF2-40B4-BE49-F238E27FC236}">
                  <a16:creationId xmlns:a16="http://schemas.microsoft.com/office/drawing/2014/main" id="{0A0C0BC2-A7AA-7023-488A-0160E2121729}"/>
                </a:ext>
              </a:extLst>
            </p:cNvPr>
            <p:cNvSpPr/>
            <p:nvPr/>
          </p:nvSpPr>
          <p:spPr>
            <a:xfrm>
              <a:off x="6232900" y="3091525"/>
              <a:ext cx="287275" cy="286500"/>
            </a:xfrm>
            <a:custGeom>
              <a:avLst/>
              <a:gdLst/>
              <a:ahLst/>
              <a:cxnLst/>
              <a:rect l="l" t="t" r="r" b="b"/>
              <a:pathLst>
                <a:path w="11491" h="11460" extrusionOk="0">
                  <a:moveTo>
                    <a:pt x="10852" y="547"/>
                  </a:moveTo>
                  <a:cubicBezTo>
                    <a:pt x="11490" y="1490"/>
                    <a:pt x="11156" y="0"/>
                    <a:pt x="7296" y="4924"/>
                  </a:cubicBezTo>
                  <a:cubicBezTo>
                    <a:pt x="4165" y="8937"/>
                    <a:pt x="4742" y="9514"/>
                    <a:pt x="3527" y="10365"/>
                  </a:cubicBezTo>
                  <a:cubicBezTo>
                    <a:pt x="2189" y="11277"/>
                    <a:pt x="2706" y="11459"/>
                    <a:pt x="2068" y="9879"/>
                  </a:cubicBezTo>
                  <a:cubicBezTo>
                    <a:pt x="1581" y="8754"/>
                    <a:pt x="1034" y="7326"/>
                    <a:pt x="1" y="6991"/>
                  </a:cubicBezTo>
                  <a:cubicBezTo>
                    <a:pt x="1733" y="5168"/>
                    <a:pt x="2311" y="6292"/>
                    <a:pt x="3223" y="8298"/>
                  </a:cubicBezTo>
                  <a:cubicBezTo>
                    <a:pt x="4955" y="5380"/>
                    <a:pt x="8025" y="2158"/>
                    <a:pt x="10852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05;p46">
              <a:extLst>
                <a:ext uri="{FF2B5EF4-FFF2-40B4-BE49-F238E27FC236}">
                  <a16:creationId xmlns:a16="http://schemas.microsoft.com/office/drawing/2014/main" id="{6B3C91F6-76D9-97CE-F568-6676036ACEDC}"/>
                </a:ext>
              </a:extLst>
            </p:cNvPr>
            <p:cNvSpPr/>
            <p:nvPr/>
          </p:nvSpPr>
          <p:spPr>
            <a:xfrm>
              <a:off x="6045200" y="3727550"/>
              <a:ext cx="373150" cy="372375"/>
            </a:xfrm>
            <a:custGeom>
              <a:avLst/>
              <a:gdLst/>
              <a:ahLst/>
              <a:cxnLst/>
              <a:rect l="l" t="t" r="r" b="b"/>
              <a:pathLst>
                <a:path w="14926" h="14895" extrusionOk="0">
                  <a:moveTo>
                    <a:pt x="13436" y="13405"/>
                  </a:moveTo>
                  <a:lnTo>
                    <a:pt x="13436" y="13405"/>
                  </a:lnTo>
                  <a:cubicBezTo>
                    <a:pt x="11916" y="14894"/>
                    <a:pt x="9484" y="14894"/>
                    <a:pt x="7995" y="13405"/>
                  </a:cubicBezTo>
                  <a:lnTo>
                    <a:pt x="1" y="5411"/>
                  </a:lnTo>
                  <a:lnTo>
                    <a:pt x="5442" y="0"/>
                  </a:lnTo>
                  <a:lnTo>
                    <a:pt x="13436" y="7994"/>
                  </a:lnTo>
                  <a:cubicBezTo>
                    <a:pt x="14925" y="9484"/>
                    <a:pt x="14925" y="11916"/>
                    <a:pt x="13436" y="1340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06;p46">
              <a:extLst>
                <a:ext uri="{FF2B5EF4-FFF2-40B4-BE49-F238E27FC236}">
                  <a16:creationId xmlns:a16="http://schemas.microsoft.com/office/drawing/2014/main" id="{FF48425C-7460-145E-3AB9-4D0E5287887B}"/>
                </a:ext>
              </a:extLst>
            </p:cNvPr>
            <p:cNvSpPr/>
            <p:nvPr/>
          </p:nvSpPr>
          <p:spPr>
            <a:xfrm>
              <a:off x="6026975" y="3708550"/>
              <a:ext cx="237875" cy="237875"/>
            </a:xfrm>
            <a:custGeom>
              <a:avLst/>
              <a:gdLst/>
              <a:ahLst/>
              <a:cxnLst/>
              <a:rect l="l" t="t" r="r" b="b"/>
              <a:pathLst>
                <a:path w="9515" h="9515" extrusionOk="0">
                  <a:moveTo>
                    <a:pt x="9514" y="4104"/>
                  </a:moveTo>
                  <a:lnTo>
                    <a:pt x="4073" y="9514"/>
                  </a:lnTo>
                  <a:lnTo>
                    <a:pt x="0" y="5441"/>
                  </a:lnTo>
                  <a:lnTo>
                    <a:pt x="5411" y="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07;p46">
              <a:extLst>
                <a:ext uri="{FF2B5EF4-FFF2-40B4-BE49-F238E27FC236}">
                  <a16:creationId xmlns:a16="http://schemas.microsoft.com/office/drawing/2014/main" id="{09964119-D89D-455C-BD75-836DB9A259D3}"/>
                </a:ext>
              </a:extLst>
            </p:cNvPr>
            <p:cNvSpPr/>
            <p:nvPr/>
          </p:nvSpPr>
          <p:spPr>
            <a:xfrm>
              <a:off x="5639425" y="3434900"/>
              <a:ext cx="304750" cy="341300"/>
            </a:xfrm>
            <a:custGeom>
              <a:avLst/>
              <a:gdLst/>
              <a:ahLst/>
              <a:cxnLst/>
              <a:rect l="l" t="t" r="r" b="b"/>
              <a:pathLst>
                <a:path w="12190" h="13652" extrusionOk="0">
                  <a:moveTo>
                    <a:pt x="1407" y="0"/>
                  </a:moveTo>
                  <a:cubicBezTo>
                    <a:pt x="1162" y="0"/>
                    <a:pt x="930" y="130"/>
                    <a:pt x="821" y="369"/>
                  </a:cubicBezTo>
                  <a:cubicBezTo>
                    <a:pt x="365" y="1342"/>
                    <a:pt x="92" y="2436"/>
                    <a:pt x="31" y="3530"/>
                  </a:cubicBezTo>
                  <a:cubicBezTo>
                    <a:pt x="1" y="3925"/>
                    <a:pt x="274" y="4229"/>
                    <a:pt x="669" y="4229"/>
                  </a:cubicBezTo>
                  <a:lnTo>
                    <a:pt x="2645" y="4229"/>
                  </a:lnTo>
                  <a:cubicBezTo>
                    <a:pt x="2979" y="4229"/>
                    <a:pt x="3253" y="3956"/>
                    <a:pt x="3253" y="3621"/>
                  </a:cubicBezTo>
                  <a:cubicBezTo>
                    <a:pt x="3314" y="2983"/>
                    <a:pt x="3435" y="2345"/>
                    <a:pt x="3648" y="1737"/>
                  </a:cubicBezTo>
                  <a:cubicBezTo>
                    <a:pt x="3739" y="1433"/>
                    <a:pt x="3618" y="1098"/>
                    <a:pt x="3344" y="977"/>
                  </a:cubicBezTo>
                  <a:lnTo>
                    <a:pt x="1703" y="65"/>
                  </a:lnTo>
                  <a:cubicBezTo>
                    <a:pt x="1607" y="21"/>
                    <a:pt x="1506" y="0"/>
                    <a:pt x="1407" y="0"/>
                  </a:cubicBezTo>
                  <a:close/>
                  <a:moveTo>
                    <a:pt x="2924" y="5910"/>
                  </a:moveTo>
                  <a:cubicBezTo>
                    <a:pt x="2872" y="5910"/>
                    <a:pt x="2819" y="5917"/>
                    <a:pt x="2767" y="5931"/>
                  </a:cubicBezTo>
                  <a:lnTo>
                    <a:pt x="943" y="6418"/>
                  </a:lnTo>
                  <a:cubicBezTo>
                    <a:pt x="578" y="6509"/>
                    <a:pt x="365" y="6874"/>
                    <a:pt x="487" y="7238"/>
                  </a:cubicBezTo>
                  <a:cubicBezTo>
                    <a:pt x="1733" y="10947"/>
                    <a:pt x="5259" y="13652"/>
                    <a:pt x="9423" y="13652"/>
                  </a:cubicBezTo>
                  <a:cubicBezTo>
                    <a:pt x="10092" y="13652"/>
                    <a:pt x="10761" y="13561"/>
                    <a:pt x="11399" y="13439"/>
                  </a:cubicBezTo>
                  <a:cubicBezTo>
                    <a:pt x="12189" y="13257"/>
                    <a:pt x="12037" y="12162"/>
                    <a:pt x="11277" y="12162"/>
                  </a:cubicBezTo>
                  <a:lnTo>
                    <a:pt x="11186" y="12162"/>
                  </a:lnTo>
                  <a:cubicBezTo>
                    <a:pt x="7539" y="12162"/>
                    <a:pt x="4499" y="9731"/>
                    <a:pt x="3557" y="6387"/>
                  </a:cubicBezTo>
                  <a:cubicBezTo>
                    <a:pt x="3455" y="6106"/>
                    <a:pt x="3201" y="5910"/>
                    <a:pt x="2924" y="59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08;p46">
              <a:extLst>
                <a:ext uri="{FF2B5EF4-FFF2-40B4-BE49-F238E27FC236}">
                  <a16:creationId xmlns:a16="http://schemas.microsoft.com/office/drawing/2014/main" id="{5934C4B0-4E62-76F0-1952-3296360A6515}"/>
                </a:ext>
              </a:extLst>
            </p:cNvPr>
            <p:cNvSpPr/>
            <p:nvPr/>
          </p:nvSpPr>
          <p:spPr>
            <a:xfrm>
              <a:off x="5506450" y="3172075"/>
              <a:ext cx="737125" cy="737875"/>
            </a:xfrm>
            <a:custGeom>
              <a:avLst/>
              <a:gdLst/>
              <a:ahLst/>
              <a:cxnLst/>
              <a:rect l="l" t="t" r="r" b="b"/>
              <a:pathLst>
                <a:path w="29485" h="29515" extrusionOk="0">
                  <a:moveTo>
                    <a:pt x="14742" y="0"/>
                  </a:moveTo>
                  <a:cubicBezTo>
                    <a:pt x="6596" y="0"/>
                    <a:pt x="0" y="6627"/>
                    <a:pt x="0" y="14742"/>
                  </a:cubicBezTo>
                  <a:cubicBezTo>
                    <a:pt x="0" y="22888"/>
                    <a:pt x="6596" y="29514"/>
                    <a:pt x="14742" y="29514"/>
                  </a:cubicBezTo>
                  <a:cubicBezTo>
                    <a:pt x="22888" y="29514"/>
                    <a:pt x="29484" y="22888"/>
                    <a:pt x="29484" y="14742"/>
                  </a:cubicBezTo>
                  <a:cubicBezTo>
                    <a:pt x="29484" y="6627"/>
                    <a:pt x="22888" y="0"/>
                    <a:pt x="14742" y="0"/>
                  </a:cubicBezTo>
                  <a:close/>
                  <a:moveTo>
                    <a:pt x="14742" y="26201"/>
                  </a:moveTo>
                  <a:cubicBezTo>
                    <a:pt x="8420" y="26201"/>
                    <a:pt x="3283" y="21064"/>
                    <a:pt x="3283" y="14742"/>
                  </a:cubicBezTo>
                  <a:cubicBezTo>
                    <a:pt x="3283" y="8450"/>
                    <a:pt x="8420" y="3313"/>
                    <a:pt x="14742" y="3313"/>
                  </a:cubicBezTo>
                  <a:cubicBezTo>
                    <a:pt x="21065" y="3313"/>
                    <a:pt x="26171" y="8450"/>
                    <a:pt x="26171" y="14742"/>
                  </a:cubicBezTo>
                  <a:cubicBezTo>
                    <a:pt x="26171" y="21064"/>
                    <a:pt x="21065" y="26201"/>
                    <a:pt x="14742" y="2620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09;p46">
              <a:extLst>
                <a:ext uri="{FF2B5EF4-FFF2-40B4-BE49-F238E27FC236}">
                  <a16:creationId xmlns:a16="http://schemas.microsoft.com/office/drawing/2014/main" id="{221E4ABB-9156-FBD6-36CE-C1BF01F26767}"/>
                </a:ext>
              </a:extLst>
            </p:cNvPr>
            <p:cNvSpPr/>
            <p:nvPr/>
          </p:nvSpPr>
          <p:spPr>
            <a:xfrm>
              <a:off x="5561150" y="3227550"/>
              <a:ext cx="626950" cy="626925"/>
            </a:xfrm>
            <a:custGeom>
              <a:avLst/>
              <a:gdLst/>
              <a:ahLst/>
              <a:cxnLst/>
              <a:rect l="l" t="t" r="r" b="b"/>
              <a:pathLst>
                <a:path w="25078" h="25077" extrusionOk="0">
                  <a:moveTo>
                    <a:pt x="12554" y="25077"/>
                  </a:moveTo>
                  <a:cubicBezTo>
                    <a:pt x="19485" y="25077"/>
                    <a:pt x="25077" y="19453"/>
                    <a:pt x="25077" y="12523"/>
                  </a:cubicBezTo>
                  <a:cubicBezTo>
                    <a:pt x="25077" y="5623"/>
                    <a:pt x="19485" y="0"/>
                    <a:pt x="12554" y="0"/>
                  </a:cubicBezTo>
                  <a:cubicBezTo>
                    <a:pt x="5624" y="0"/>
                    <a:pt x="1" y="5623"/>
                    <a:pt x="1" y="12523"/>
                  </a:cubicBezTo>
                  <a:cubicBezTo>
                    <a:pt x="1" y="19453"/>
                    <a:pt x="5624" y="25077"/>
                    <a:pt x="12554" y="25077"/>
                  </a:cubicBezTo>
                  <a:close/>
                  <a:moveTo>
                    <a:pt x="12554" y="1094"/>
                  </a:moveTo>
                  <a:cubicBezTo>
                    <a:pt x="18877" y="1094"/>
                    <a:pt x="23983" y="6231"/>
                    <a:pt x="23983" y="12523"/>
                  </a:cubicBezTo>
                  <a:cubicBezTo>
                    <a:pt x="23983" y="18845"/>
                    <a:pt x="18877" y="23982"/>
                    <a:pt x="12554" y="23982"/>
                  </a:cubicBezTo>
                  <a:cubicBezTo>
                    <a:pt x="6232" y="23982"/>
                    <a:pt x="1095" y="18845"/>
                    <a:pt x="1095" y="12523"/>
                  </a:cubicBezTo>
                  <a:cubicBezTo>
                    <a:pt x="1095" y="6231"/>
                    <a:pt x="6232" y="1094"/>
                    <a:pt x="12554" y="109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10;p46">
              <a:extLst>
                <a:ext uri="{FF2B5EF4-FFF2-40B4-BE49-F238E27FC236}">
                  <a16:creationId xmlns:a16="http://schemas.microsoft.com/office/drawing/2014/main" id="{B86A9043-1CB1-7BF6-2818-2209B5135E3A}"/>
                </a:ext>
              </a:extLst>
            </p:cNvPr>
            <p:cNvSpPr/>
            <p:nvPr/>
          </p:nvSpPr>
          <p:spPr>
            <a:xfrm>
              <a:off x="3766300" y="3283775"/>
              <a:ext cx="401250" cy="401250"/>
            </a:xfrm>
            <a:custGeom>
              <a:avLst/>
              <a:gdLst/>
              <a:ahLst/>
              <a:cxnLst/>
              <a:rect l="l" t="t" r="r" b="b"/>
              <a:pathLst>
                <a:path w="16050" h="16050" extrusionOk="0">
                  <a:moveTo>
                    <a:pt x="16049" y="8025"/>
                  </a:moveTo>
                  <a:cubicBezTo>
                    <a:pt x="16049" y="12463"/>
                    <a:pt x="12462" y="16049"/>
                    <a:pt x="8025" y="16049"/>
                  </a:cubicBezTo>
                  <a:cubicBezTo>
                    <a:pt x="3587" y="16049"/>
                    <a:pt x="0" y="12463"/>
                    <a:pt x="0" y="8025"/>
                  </a:cubicBezTo>
                  <a:cubicBezTo>
                    <a:pt x="0" y="3587"/>
                    <a:pt x="3587" y="0"/>
                    <a:pt x="8025" y="0"/>
                  </a:cubicBezTo>
                  <a:cubicBezTo>
                    <a:pt x="12462" y="0"/>
                    <a:pt x="16049" y="3587"/>
                    <a:pt x="16049" y="8025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11;p46">
              <a:extLst>
                <a:ext uri="{FF2B5EF4-FFF2-40B4-BE49-F238E27FC236}">
                  <a16:creationId xmlns:a16="http://schemas.microsoft.com/office/drawing/2014/main" id="{CBBD658B-3DD8-2400-CCA4-CB1D0EE87025}"/>
                </a:ext>
              </a:extLst>
            </p:cNvPr>
            <p:cNvSpPr/>
            <p:nvPr/>
          </p:nvSpPr>
          <p:spPr>
            <a:xfrm>
              <a:off x="3825575" y="3350650"/>
              <a:ext cx="282700" cy="301700"/>
            </a:xfrm>
            <a:custGeom>
              <a:avLst/>
              <a:gdLst/>
              <a:ahLst/>
              <a:cxnLst/>
              <a:rect l="l" t="t" r="r" b="b"/>
              <a:pathLst>
                <a:path w="11308" h="12068" extrusionOk="0">
                  <a:moveTo>
                    <a:pt x="8511" y="2888"/>
                  </a:moveTo>
                  <a:cubicBezTo>
                    <a:pt x="8511" y="4468"/>
                    <a:pt x="7234" y="5745"/>
                    <a:pt x="5654" y="5745"/>
                  </a:cubicBezTo>
                  <a:cubicBezTo>
                    <a:pt x="4073" y="5745"/>
                    <a:pt x="2766" y="4468"/>
                    <a:pt x="2766" y="2888"/>
                  </a:cubicBezTo>
                  <a:cubicBezTo>
                    <a:pt x="2766" y="1307"/>
                    <a:pt x="4073" y="0"/>
                    <a:pt x="5654" y="0"/>
                  </a:cubicBezTo>
                  <a:cubicBezTo>
                    <a:pt x="7234" y="0"/>
                    <a:pt x="8511" y="1307"/>
                    <a:pt x="8511" y="2888"/>
                  </a:cubicBezTo>
                  <a:close/>
                  <a:moveTo>
                    <a:pt x="5654" y="6110"/>
                  </a:moveTo>
                  <a:cubicBezTo>
                    <a:pt x="3100" y="6110"/>
                    <a:pt x="912" y="7295"/>
                    <a:pt x="0" y="8967"/>
                  </a:cubicBezTo>
                  <a:cubicBezTo>
                    <a:pt x="1186" y="10821"/>
                    <a:pt x="3283" y="12067"/>
                    <a:pt x="5654" y="12067"/>
                  </a:cubicBezTo>
                  <a:cubicBezTo>
                    <a:pt x="8025" y="12067"/>
                    <a:pt x="10122" y="10821"/>
                    <a:pt x="11307" y="8967"/>
                  </a:cubicBezTo>
                  <a:cubicBezTo>
                    <a:pt x="10395" y="7295"/>
                    <a:pt x="8207" y="6110"/>
                    <a:pt x="5654" y="611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2;p46">
              <a:extLst>
                <a:ext uri="{FF2B5EF4-FFF2-40B4-BE49-F238E27FC236}">
                  <a16:creationId xmlns:a16="http://schemas.microsoft.com/office/drawing/2014/main" id="{914E9283-53C0-1826-7813-C2C755B5BD4B}"/>
                </a:ext>
              </a:extLst>
            </p:cNvPr>
            <p:cNvSpPr/>
            <p:nvPr/>
          </p:nvSpPr>
          <p:spPr>
            <a:xfrm>
              <a:off x="3925875" y="2916750"/>
              <a:ext cx="82100" cy="396675"/>
            </a:xfrm>
            <a:custGeom>
              <a:avLst/>
              <a:gdLst/>
              <a:ahLst/>
              <a:cxnLst/>
              <a:rect l="l" t="t" r="r" b="b"/>
              <a:pathLst>
                <a:path w="3284" h="15867" extrusionOk="0">
                  <a:moveTo>
                    <a:pt x="0" y="13040"/>
                  </a:moveTo>
                  <a:lnTo>
                    <a:pt x="3283" y="13040"/>
                  </a:lnTo>
                  <a:lnTo>
                    <a:pt x="1642" y="15867"/>
                  </a:lnTo>
                  <a:close/>
                  <a:moveTo>
                    <a:pt x="1642" y="9362"/>
                  </a:moveTo>
                  <a:lnTo>
                    <a:pt x="3283" y="6505"/>
                  </a:lnTo>
                  <a:lnTo>
                    <a:pt x="0" y="6505"/>
                  </a:lnTo>
                  <a:close/>
                  <a:moveTo>
                    <a:pt x="1642" y="2858"/>
                  </a:moveTo>
                  <a:lnTo>
                    <a:pt x="32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13;p46">
              <a:extLst>
                <a:ext uri="{FF2B5EF4-FFF2-40B4-BE49-F238E27FC236}">
                  <a16:creationId xmlns:a16="http://schemas.microsoft.com/office/drawing/2014/main" id="{8B19DD03-653C-964A-EBC8-4E3C6159C6F3}"/>
                </a:ext>
              </a:extLst>
            </p:cNvPr>
            <p:cNvSpPr/>
            <p:nvPr/>
          </p:nvSpPr>
          <p:spPr>
            <a:xfrm>
              <a:off x="4694125" y="3867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14;p46">
              <a:extLst>
                <a:ext uri="{FF2B5EF4-FFF2-40B4-BE49-F238E27FC236}">
                  <a16:creationId xmlns:a16="http://schemas.microsoft.com/office/drawing/2014/main" id="{290C2BDC-5F76-6F50-4275-E16E790F0666}"/>
                </a:ext>
              </a:extLst>
            </p:cNvPr>
            <p:cNvSpPr/>
            <p:nvPr/>
          </p:nvSpPr>
          <p:spPr>
            <a:xfrm>
              <a:off x="4694125" y="3925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47"/>
                  </a:moveTo>
                  <a:cubicBezTo>
                    <a:pt x="1064" y="851"/>
                    <a:pt x="821" y="1064"/>
                    <a:pt x="548" y="1064"/>
                  </a:cubicBezTo>
                  <a:cubicBezTo>
                    <a:pt x="244" y="1064"/>
                    <a:pt x="0" y="85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15;p46">
              <a:extLst>
                <a:ext uri="{FF2B5EF4-FFF2-40B4-BE49-F238E27FC236}">
                  <a16:creationId xmlns:a16="http://schemas.microsoft.com/office/drawing/2014/main" id="{D4A80E79-2896-D2E6-D694-383339DBAF89}"/>
                </a:ext>
              </a:extLst>
            </p:cNvPr>
            <p:cNvSpPr/>
            <p:nvPr/>
          </p:nvSpPr>
          <p:spPr>
            <a:xfrm>
              <a:off x="4694125" y="398287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7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7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16;p46">
              <a:extLst>
                <a:ext uri="{FF2B5EF4-FFF2-40B4-BE49-F238E27FC236}">
                  <a16:creationId xmlns:a16="http://schemas.microsoft.com/office/drawing/2014/main" id="{61A67ACD-2241-A334-FF14-64E00B803E81}"/>
                </a:ext>
              </a:extLst>
            </p:cNvPr>
            <p:cNvSpPr/>
            <p:nvPr/>
          </p:nvSpPr>
          <p:spPr>
            <a:xfrm>
              <a:off x="4694125" y="4040625"/>
              <a:ext cx="26625" cy="27375"/>
            </a:xfrm>
            <a:custGeom>
              <a:avLst/>
              <a:gdLst/>
              <a:ahLst/>
              <a:cxnLst/>
              <a:rect l="l" t="t" r="r" b="b"/>
              <a:pathLst>
                <a:path w="1065" h="1095" extrusionOk="0">
                  <a:moveTo>
                    <a:pt x="1064" y="548"/>
                  </a:moveTo>
                  <a:cubicBezTo>
                    <a:pt x="1064" y="851"/>
                    <a:pt x="821" y="1095"/>
                    <a:pt x="548" y="1095"/>
                  </a:cubicBezTo>
                  <a:cubicBezTo>
                    <a:pt x="244" y="1095"/>
                    <a:pt x="0" y="851"/>
                    <a:pt x="0" y="548"/>
                  </a:cubicBezTo>
                  <a:cubicBezTo>
                    <a:pt x="0" y="244"/>
                    <a:pt x="244" y="0"/>
                    <a:pt x="548" y="0"/>
                  </a:cubicBezTo>
                  <a:cubicBezTo>
                    <a:pt x="821" y="0"/>
                    <a:pt x="1064" y="244"/>
                    <a:pt x="1064" y="5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17;p46">
              <a:extLst>
                <a:ext uri="{FF2B5EF4-FFF2-40B4-BE49-F238E27FC236}">
                  <a16:creationId xmlns:a16="http://schemas.microsoft.com/office/drawing/2014/main" id="{F33641C7-FD3B-AACB-E938-217FBF27C4AF}"/>
                </a:ext>
              </a:extLst>
            </p:cNvPr>
            <p:cNvSpPr/>
            <p:nvPr/>
          </p:nvSpPr>
          <p:spPr>
            <a:xfrm>
              <a:off x="4694125" y="40991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14"/>
                    <a:pt x="244" y="1"/>
                    <a:pt x="548" y="1"/>
                  </a:cubicBezTo>
                  <a:cubicBezTo>
                    <a:pt x="821" y="1"/>
                    <a:pt x="1064" y="21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8;p46">
              <a:extLst>
                <a:ext uri="{FF2B5EF4-FFF2-40B4-BE49-F238E27FC236}">
                  <a16:creationId xmlns:a16="http://schemas.microsoft.com/office/drawing/2014/main" id="{200C01AD-7542-5FAF-BAD4-62C82021DD48}"/>
                </a:ext>
              </a:extLst>
            </p:cNvPr>
            <p:cNvSpPr/>
            <p:nvPr/>
          </p:nvSpPr>
          <p:spPr>
            <a:xfrm>
              <a:off x="4694125" y="4156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1064" y="518"/>
                  </a:moveTo>
                  <a:cubicBezTo>
                    <a:pt x="1064" y="822"/>
                    <a:pt x="821" y="1065"/>
                    <a:pt x="548" y="1065"/>
                  </a:cubicBezTo>
                  <a:cubicBezTo>
                    <a:pt x="244" y="1065"/>
                    <a:pt x="0" y="822"/>
                    <a:pt x="0" y="518"/>
                  </a:cubicBezTo>
                  <a:cubicBezTo>
                    <a:pt x="0" y="244"/>
                    <a:pt x="244" y="1"/>
                    <a:pt x="548" y="1"/>
                  </a:cubicBezTo>
                  <a:cubicBezTo>
                    <a:pt x="821" y="1"/>
                    <a:pt x="1064" y="244"/>
                    <a:pt x="1064" y="5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19;p46">
              <a:extLst>
                <a:ext uri="{FF2B5EF4-FFF2-40B4-BE49-F238E27FC236}">
                  <a16:creationId xmlns:a16="http://schemas.microsoft.com/office/drawing/2014/main" id="{51A59376-8C3C-154B-A391-158D6C475CC9}"/>
                </a:ext>
              </a:extLst>
            </p:cNvPr>
            <p:cNvSpPr/>
            <p:nvPr/>
          </p:nvSpPr>
          <p:spPr>
            <a:xfrm>
              <a:off x="4694125" y="421465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1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1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20;p46">
              <a:extLst>
                <a:ext uri="{FF2B5EF4-FFF2-40B4-BE49-F238E27FC236}">
                  <a16:creationId xmlns:a16="http://schemas.microsoft.com/office/drawing/2014/main" id="{F46CE9CC-826E-C126-F385-723A4F7A3CBA}"/>
                </a:ext>
              </a:extLst>
            </p:cNvPr>
            <p:cNvSpPr/>
            <p:nvPr/>
          </p:nvSpPr>
          <p:spPr>
            <a:xfrm>
              <a:off x="4694125" y="42724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1064" y="547"/>
                  </a:moveTo>
                  <a:cubicBezTo>
                    <a:pt x="1064" y="821"/>
                    <a:pt x="821" y="1064"/>
                    <a:pt x="548" y="1064"/>
                  </a:cubicBezTo>
                  <a:cubicBezTo>
                    <a:pt x="244" y="1064"/>
                    <a:pt x="0" y="821"/>
                    <a:pt x="0" y="547"/>
                  </a:cubicBezTo>
                  <a:cubicBezTo>
                    <a:pt x="0" y="243"/>
                    <a:pt x="244" y="0"/>
                    <a:pt x="548" y="0"/>
                  </a:cubicBezTo>
                  <a:cubicBezTo>
                    <a:pt x="821" y="0"/>
                    <a:pt x="1064" y="243"/>
                    <a:pt x="1064" y="5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1;p46">
              <a:extLst>
                <a:ext uri="{FF2B5EF4-FFF2-40B4-BE49-F238E27FC236}">
                  <a16:creationId xmlns:a16="http://schemas.microsoft.com/office/drawing/2014/main" id="{E536DDFB-9724-0C0C-463F-99ED024E4861}"/>
                </a:ext>
              </a:extLst>
            </p:cNvPr>
            <p:cNvSpPr/>
            <p:nvPr/>
          </p:nvSpPr>
          <p:spPr>
            <a:xfrm>
              <a:off x="5362825" y="1724475"/>
              <a:ext cx="503075" cy="509925"/>
            </a:xfrm>
            <a:custGeom>
              <a:avLst/>
              <a:gdLst/>
              <a:ahLst/>
              <a:cxnLst/>
              <a:rect l="l" t="t" r="r" b="b"/>
              <a:pathLst>
                <a:path w="20123" h="20397" extrusionOk="0">
                  <a:moveTo>
                    <a:pt x="8876" y="1"/>
                  </a:moveTo>
                  <a:lnTo>
                    <a:pt x="8359" y="1733"/>
                  </a:lnTo>
                  <a:cubicBezTo>
                    <a:pt x="7539" y="2007"/>
                    <a:pt x="7265" y="2098"/>
                    <a:pt x="6445" y="2372"/>
                  </a:cubicBezTo>
                  <a:lnTo>
                    <a:pt x="5016" y="1247"/>
                  </a:lnTo>
                  <a:cubicBezTo>
                    <a:pt x="4013" y="1976"/>
                    <a:pt x="4104" y="1916"/>
                    <a:pt x="3101" y="2645"/>
                  </a:cubicBezTo>
                  <a:lnTo>
                    <a:pt x="3709" y="4347"/>
                  </a:lnTo>
                  <a:cubicBezTo>
                    <a:pt x="3192" y="5046"/>
                    <a:pt x="3040" y="5290"/>
                    <a:pt x="2523" y="5989"/>
                  </a:cubicBezTo>
                  <a:lnTo>
                    <a:pt x="730" y="5928"/>
                  </a:lnTo>
                  <a:cubicBezTo>
                    <a:pt x="335" y="7083"/>
                    <a:pt x="365" y="6992"/>
                    <a:pt x="1" y="8177"/>
                  </a:cubicBezTo>
                  <a:lnTo>
                    <a:pt x="1490" y="9180"/>
                  </a:lnTo>
                  <a:lnTo>
                    <a:pt x="1490" y="11217"/>
                  </a:lnTo>
                  <a:lnTo>
                    <a:pt x="1" y="12220"/>
                  </a:lnTo>
                  <a:cubicBezTo>
                    <a:pt x="365" y="13405"/>
                    <a:pt x="335" y="13314"/>
                    <a:pt x="730" y="14469"/>
                  </a:cubicBezTo>
                  <a:lnTo>
                    <a:pt x="2523" y="14408"/>
                  </a:lnTo>
                  <a:cubicBezTo>
                    <a:pt x="3040" y="15107"/>
                    <a:pt x="3192" y="15350"/>
                    <a:pt x="3709" y="16050"/>
                  </a:cubicBezTo>
                  <a:lnTo>
                    <a:pt x="3101" y="17752"/>
                  </a:lnTo>
                  <a:cubicBezTo>
                    <a:pt x="4104" y="18481"/>
                    <a:pt x="4013" y="18420"/>
                    <a:pt x="5016" y="19150"/>
                  </a:cubicBezTo>
                  <a:lnTo>
                    <a:pt x="6445" y="18025"/>
                  </a:lnTo>
                  <a:cubicBezTo>
                    <a:pt x="7265" y="18299"/>
                    <a:pt x="7539" y="18390"/>
                    <a:pt x="8359" y="18664"/>
                  </a:cubicBezTo>
                  <a:lnTo>
                    <a:pt x="8876" y="20396"/>
                  </a:lnTo>
                  <a:lnTo>
                    <a:pt x="11217" y="20396"/>
                  </a:lnTo>
                  <a:lnTo>
                    <a:pt x="11733" y="18664"/>
                  </a:lnTo>
                  <a:cubicBezTo>
                    <a:pt x="12554" y="18390"/>
                    <a:pt x="12828" y="18299"/>
                    <a:pt x="13648" y="18025"/>
                  </a:cubicBezTo>
                  <a:lnTo>
                    <a:pt x="15077" y="19150"/>
                  </a:lnTo>
                  <a:cubicBezTo>
                    <a:pt x="16080" y="18420"/>
                    <a:pt x="16019" y="18481"/>
                    <a:pt x="16992" y="17752"/>
                  </a:cubicBezTo>
                  <a:lnTo>
                    <a:pt x="16384" y="16050"/>
                  </a:lnTo>
                  <a:cubicBezTo>
                    <a:pt x="16901" y="15350"/>
                    <a:pt x="17083" y="15107"/>
                    <a:pt x="17569" y="14408"/>
                  </a:cubicBezTo>
                  <a:lnTo>
                    <a:pt x="19393" y="14469"/>
                  </a:lnTo>
                  <a:cubicBezTo>
                    <a:pt x="19758" y="13314"/>
                    <a:pt x="19727" y="13405"/>
                    <a:pt x="20123" y="12220"/>
                  </a:cubicBezTo>
                  <a:lnTo>
                    <a:pt x="18633" y="11217"/>
                  </a:lnTo>
                  <a:lnTo>
                    <a:pt x="18633" y="9180"/>
                  </a:lnTo>
                  <a:lnTo>
                    <a:pt x="20123" y="8177"/>
                  </a:lnTo>
                  <a:cubicBezTo>
                    <a:pt x="19727" y="6992"/>
                    <a:pt x="19758" y="7083"/>
                    <a:pt x="19393" y="5928"/>
                  </a:cubicBezTo>
                  <a:lnTo>
                    <a:pt x="17569" y="5989"/>
                  </a:lnTo>
                  <a:cubicBezTo>
                    <a:pt x="17083" y="5290"/>
                    <a:pt x="16901" y="5046"/>
                    <a:pt x="16384" y="4347"/>
                  </a:cubicBezTo>
                  <a:lnTo>
                    <a:pt x="16992" y="2645"/>
                  </a:lnTo>
                  <a:cubicBezTo>
                    <a:pt x="16019" y="1916"/>
                    <a:pt x="16080" y="1976"/>
                    <a:pt x="15077" y="1247"/>
                  </a:cubicBezTo>
                  <a:lnTo>
                    <a:pt x="13648" y="2372"/>
                  </a:lnTo>
                  <a:cubicBezTo>
                    <a:pt x="12828" y="2098"/>
                    <a:pt x="12554" y="2007"/>
                    <a:pt x="11733" y="1733"/>
                  </a:cubicBezTo>
                  <a:lnTo>
                    <a:pt x="1121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22;p46">
              <a:extLst>
                <a:ext uri="{FF2B5EF4-FFF2-40B4-BE49-F238E27FC236}">
                  <a16:creationId xmlns:a16="http://schemas.microsoft.com/office/drawing/2014/main" id="{4A748A76-4C00-3FF4-8673-392F97D682AF}"/>
                </a:ext>
              </a:extLst>
            </p:cNvPr>
            <p:cNvSpPr/>
            <p:nvPr/>
          </p:nvSpPr>
          <p:spPr>
            <a:xfrm>
              <a:off x="5467700" y="1832375"/>
              <a:ext cx="293325" cy="294100"/>
            </a:xfrm>
            <a:custGeom>
              <a:avLst/>
              <a:gdLst/>
              <a:ahLst/>
              <a:cxnLst/>
              <a:rect l="l" t="t" r="r" b="b"/>
              <a:pathLst>
                <a:path w="11733" h="11764" extrusionOk="0">
                  <a:moveTo>
                    <a:pt x="5867" y="11764"/>
                  </a:moveTo>
                  <a:cubicBezTo>
                    <a:pt x="2614" y="11764"/>
                    <a:pt x="0" y="9120"/>
                    <a:pt x="0" y="5898"/>
                  </a:cubicBezTo>
                  <a:cubicBezTo>
                    <a:pt x="0" y="2645"/>
                    <a:pt x="2614" y="1"/>
                    <a:pt x="5867" y="1"/>
                  </a:cubicBezTo>
                  <a:cubicBezTo>
                    <a:pt x="9089" y="1"/>
                    <a:pt x="11733" y="2645"/>
                    <a:pt x="11733" y="5898"/>
                  </a:cubicBezTo>
                  <a:cubicBezTo>
                    <a:pt x="11733" y="9120"/>
                    <a:pt x="9089" y="11764"/>
                    <a:pt x="5867" y="11764"/>
                  </a:cubicBezTo>
                  <a:close/>
                  <a:moveTo>
                    <a:pt x="5867" y="183"/>
                  </a:moveTo>
                  <a:cubicBezTo>
                    <a:pt x="2705" y="183"/>
                    <a:pt x="152" y="2736"/>
                    <a:pt x="152" y="5898"/>
                  </a:cubicBezTo>
                  <a:cubicBezTo>
                    <a:pt x="152" y="9028"/>
                    <a:pt x="2705" y="11582"/>
                    <a:pt x="5867" y="11582"/>
                  </a:cubicBezTo>
                  <a:cubicBezTo>
                    <a:pt x="8997" y="11582"/>
                    <a:pt x="11551" y="9028"/>
                    <a:pt x="11551" y="5898"/>
                  </a:cubicBezTo>
                  <a:cubicBezTo>
                    <a:pt x="11551" y="2736"/>
                    <a:pt x="8997" y="183"/>
                    <a:pt x="5867" y="18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23;p46">
              <a:extLst>
                <a:ext uri="{FF2B5EF4-FFF2-40B4-BE49-F238E27FC236}">
                  <a16:creationId xmlns:a16="http://schemas.microsoft.com/office/drawing/2014/main" id="{C51BA6FC-5623-8776-FEB5-DE479C171F9A}"/>
                </a:ext>
              </a:extLst>
            </p:cNvPr>
            <p:cNvSpPr/>
            <p:nvPr/>
          </p:nvSpPr>
          <p:spPr>
            <a:xfrm>
              <a:off x="5523925" y="1920525"/>
              <a:ext cx="180125" cy="117825"/>
            </a:xfrm>
            <a:custGeom>
              <a:avLst/>
              <a:gdLst/>
              <a:ahLst/>
              <a:cxnLst/>
              <a:rect l="l" t="t" r="r" b="b"/>
              <a:pathLst>
                <a:path w="7205" h="4713" extrusionOk="0">
                  <a:moveTo>
                    <a:pt x="1" y="2068"/>
                  </a:moveTo>
                  <a:lnTo>
                    <a:pt x="2098" y="1156"/>
                  </a:lnTo>
                  <a:lnTo>
                    <a:pt x="2311" y="1764"/>
                  </a:lnTo>
                  <a:lnTo>
                    <a:pt x="760" y="2341"/>
                  </a:lnTo>
                  <a:lnTo>
                    <a:pt x="2311" y="2949"/>
                  </a:lnTo>
                  <a:lnTo>
                    <a:pt x="2098" y="3557"/>
                  </a:lnTo>
                  <a:lnTo>
                    <a:pt x="1" y="2645"/>
                  </a:lnTo>
                  <a:close/>
                  <a:moveTo>
                    <a:pt x="3162" y="4712"/>
                  </a:moveTo>
                  <a:lnTo>
                    <a:pt x="2402" y="4712"/>
                  </a:lnTo>
                  <a:lnTo>
                    <a:pt x="4074" y="1"/>
                  </a:lnTo>
                  <a:lnTo>
                    <a:pt x="4803" y="1"/>
                  </a:lnTo>
                  <a:close/>
                  <a:moveTo>
                    <a:pt x="7204" y="2645"/>
                  </a:moveTo>
                  <a:lnTo>
                    <a:pt x="5107" y="3557"/>
                  </a:lnTo>
                  <a:lnTo>
                    <a:pt x="4925" y="2949"/>
                  </a:lnTo>
                  <a:lnTo>
                    <a:pt x="6444" y="2341"/>
                  </a:lnTo>
                  <a:lnTo>
                    <a:pt x="4925" y="1764"/>
                  </a:lnTo>
                  <a:lnTo>
                    <a:pt x="5107" y="1156"/>
                  </a:lnTo>
                  <a:lnTo>
                    <a:pt x="7204" y="20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Rectangle 1">
            <a:extLst>
              <a:ext uri="{FF2B5EF4-FFF2-40B4-BE49-F238E27FC236}">
                <a16:creationId xmlns:a16="http://schemas.microsoft.com/office/drawing/2014/main" id="{269D7238-95B4-F81B-0B9D-EF3D4279B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848" y="904584"/>
            <a:ext cx="74847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40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ra" pitchFamily="2" charset="0"/>
                <a:cs typeface="Sora" pitchFamily="2" charset="0"/>
              </a:rPr>
              <a:t>Relevância / Justificativa</a:t>
            </a:r>
            <a:endParaRPr kumimoji="0" lang="en-MZ" altLang="en-MZ" sz="4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ra" pitchFamily="2" charset="0"/>
              <a:cs typeface="Sora" pitchFamily="2" charset="0"/>
            </a:endParaRPr>
          </a:p>
        </p:txBody>
      </p:sp>
      <p:sp>
        <p:nvSpPr>
          <p:cNvPr id="56" name="Rectangle 2">
            <a:extLst>
              <a:ext uri="{FF2B5EF4-FFF2-40B4-BE49-F238E27FC236}">
                <a16:creationId xmlns:a16="http://schemas.microsoft.com/office/drawing/2014/main" id="{383FE292-98AA-A08B-5AC1-F309CDE8D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29" y="2024868"/>
            <a:ext cx="648016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Utilizadores têm cada vez mais alternativas; experiência importa.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UX/UI melhora navegação e reduz esforço cognitivo.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Interfaces bem desenhadas aumentam acessibilidade e inclusão.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Tema fundamental para formação em engenharia e desenvolvimento de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Relevante para compreender por que alguns apps “viram sucesso” e outros não.</a:t>
            </a: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93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E484-3254-6CE6-1680-F88BC8E59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>
                <a:latin typeface="Sora" pitchFamily="2" charset="0"/>
                <a:cs typeface="Sora" pitchFamily="2" charset="0"/>
              </a:rPr>
              <a:t>Problema</a:t>
            </a:r>
            <a:endParaRPr lang="en-MZ" sz="4400" dirty="0">
              <a:latin typeface="Sora" pitchFamily="2" charset="0"/>
              <a:cs typeface="Sora" pitchFamily="2" charset="0"/>
            </a:endParaRPr>
          </a:p>
        </p:txBody>
      </p:sp>
      <p:grpSp>
        <p:nvGrpSpPr>
          <p:cNvPr id="4" name="Google Shape;693;p51">
            <a:extLst>
              <a:ext uri="{FF2B5EF4-FFF2-40B4-BE49-F238E27FC236}">
                <a16:creationId xmlns:a16="http://schemas.microsoft.com/office/drawing/2014/main" id="{ECAE25EE-35E4-98AD-9F10-F1E9A1980A5D}"/>
              </a:ext>
            </a:extLst>
          </p:cNvPr>
          <p:cNvGrpSpPr/>
          <p:nvPr/>
        </p:nvGrpSpPr>
        <p:grpSpPr>
          <a:xfrm>
            <a:off x="8979094" y="1886933"/>
            <a:ext cx="1635958" cy="3443817"/>
            <a:chOff x="6794808" y="849870"/>
            <a:chExt cx="1635958" cy="3443817"/>
          </a:xfrm>
        </p:grpSpPr>
        <p:sp>
          <p:nvSpPr>
            <p:cNvPr id="5" name="Google Shape;694;p51">
              <a:extLst>
                <a:ext uri="{FF2B5EF4-FFF2-40B4-BE49-F238E27FC236}">
                  <a16:creationId xmlns:a16="http://schemas.microsoft.com/office/drawing/2014/main" id="{D4CE8B2B-724B-1EB6-BC62-CB29ECD80F98}"/>
                </a:ext>
              </a:extLst>
            </p:cNvPr>
            <p:cNvSpPr/>
            <p:nvPr/>
          </p:nvSpPr>
          <p:spPr>
            <a:xfrm>
              <a:off x="6794808" y="849870"/>
              <a:ext cx="1635958" cy="3443817"/>
            </a:xfrm>
            <a:custGeom>
              <a:avLst/>
              <a:gdLst/>
              <a:ahLst/>
              <a:cxnLst/>
              <a:rect l="l" t="t" r="r" b="b"/>
              <a:pathLst>
                <a:path w="39333" h="82799" extrusionOk="0">
                  <a:moveTo>
                    <a:pt x="35442" y="82798"/>
                  </a:moveTo>
                  <a:lnTo>
                    <a:pt x="3891" y="82798"/>
                  </a:lnTo>
                  <a:cubicBezTo>
                    <a:pt x="1733" y="82798"/>
                    <a:pt x="1" y="81066"/>
                    <a:pt x="1" y="78908"/>
                  </a:cubicBezTo>
                  <a:lnTo>
                    <a:pt x="1" y="4043"/>
                  </a:lnTo>
                  <a:cubicBezTo>
                    <a:pt x="1" y="1824"/>
                    <a:pt x="1794" y="1"/>
                    <a:pt x="4043" y="1"/>
                  </a:cubicBezTo>
                  <a:lnTo>
                    <a:pt x="35290" y="1"/>
                  </a:lnTo>
                  <a:cubicBezTo>
                    <a:pt x="37509" y="1"/>
                    <a:pt x="39333" y="1824"/>
                    <a:pt x="39333" y="4043"/>
                  </a:cubicBezTo>
                  <a:lnTo>
                    <a:pt x="39333" y="78908"/>
                  </a:lnTo>
                  <a:cubicBezTo>
                    <a:pt x="39333" y="81066"/>
                    <a:pt x="37600" y="82798"/>
                    <a:pt x="35442" y="8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5;p51">
              <a:extLst>
                <a:ext uri="{FF2B5EF4-FFF2-40B4-BE49-F238E27FC236}">
                  <a16:creationId xmlns:a16="http://schemas.microsoft.com/office/drawing/2014/main" id="{4C5E2E46-0FBD-C4C1-C704-5E462492B004}"/>
                </a:ext>
              </a:extLst>
            </p:cNvPr>
            <p:cNvSpPr/>
            <p:nvPr/>
          </p:nvSpPr>
          <p:spPr>
            <a:xfrm>
              <a:off x="6851706" y="899199"/>
              <a:ext cx="1522161" cy="3328731"/>
            </a:xfrm>
            <a:custGeom>
              <a:avLst/>
              <a:gdLst/>
              <a:ahLst/>
              <a:cxnLst/>
              <a:rect l="l" t="t" r="r" b="b"/>
              <a:pathLst>
                <a:path w="36597" h="80032" extrusionOk="0">
                  <a:moveTo>
                    <a:pt x="3678" y="80032"/>
                  </a:moveTo>
                  <a:cubicBezTo>
                    <a:pt x="1642" y="80032"/>
                    <a:pt x="0" y="78390"/>
                    <a:pt x="0" y="76354"/>
                  </a:cubicBezTo>
                  <a:lnTo>
                    <a:pt x="0" y="3678"/>
                  </a:lnTo>
                  <a:cubicBezTo>
                    <a:pt x="0" y="1641"/>
                    <a:pt x="1642" y="0"/>
                    <a:pt x="3678" y="0"/>
                  </a:cubicBezTo>
                  <a:lnTo>
                    <a:pt x="9119" y="0"/>
                  </a:lnTo>
                  <a:lnTo>
                    <a:pt x="9119" y="1581"/>
                  </a:lnTo>
                  <a:cubicBezTo>
                    <a:pt x="9119" y="2310"/>
                    <a:pt x="9697" y="2888"/>
                    <a:pt x="10396" y="2888"/>
                  </a:cubicBezTo>
                  <a:lnTo>
                    <a:pt x="26171" y="2888"/>
                  </a:lnTo>
                  <a:cubicBezTo>
                    <a:pt x="26901" y="2888"/>
                    <a:pt x="27478" y="2310"/>
                    <a:pt x="27478" y="1581"/>
                  </a:cubicBezTo>
                  <a:lnTo>
                    <a:pt x="27478" y="0"/>
                  </a:lnTo>
                  <a:lnTo>
                    <a:pt x="32919" y="0"/>
                  </a:lnTo>
                  <a:cubicBezTo>
                    <a:pt x="34925" y="0"/>
                    <a:pt x="36597" y="1641"/>
                    <a:pt x="36597" y="3678"/>
                  </a:cubicBezTo>
                  <a:lnTo>
                    <a:pt x="36597" y="76354"/>
                  </a:lnTo>
                  <a:cubicBezTo>
                    <a:pt x="36597" y="78390"/>
                    <a:pt x="34925" y="80032"/>
                    <a:pt x="32919" y="80032"/>
                  </a:cubicBezTo>
                  <a:lnTo>
                    <a:pt x="3678" y="8003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96;p51">
              <a:extLst>
                <a:ext uri="{FF2B5EF4-FFF2-40B4-BE49-F238E27FC236}">
                  <a16:creationId xmlns:a16="http://schemas.microsoft.com/office/drawing/2014/main" id="{1F83035A-8B1E-6401-58A1-E13BF7823451}"/>
                </a:ext>
              </a:extLst>
            </p:cNvPr>
            <p:cNvSpPr/>
            <p:nvPr/>
          </p:nvSpPr>
          <p:spPr>
            <a:xfrm>
              <a:off x="6851706" y="899199"/>
              <a:ext cx="1522161" cy="979795"/>
            </a:xfrm>
            <a:custGeom>
              <a:avLst/>
              <a:gdLst/>
              <a:ahLst/>
              <a:cxnLst/>
              <a:rect l="l" t="t" r="r" b="b"/>
              <a:pathLst>
                <a:path w="36597" h="23557" extrusionOk="0">
                  <a:moveTo>
                    <a:pt x="36597" y="23557"/>
                  </a:moveTo>
                  <a:lnTo>
                    <a:pt x="36597" y="3678"/>
                  </a:lnTo>
                  <a:cubicBezTo>
                    <a:pt x="36597" y="1641"/>
                    <a:pt x="34925" y="0"/>
                    <a:pt x="32919" y="0"/>
                  </a:cubicBezTo>
                  <a:lnTo>
                    <a:pt x="27478" y="0"/>
                  </a:lnTo>
                  <a:lnTo>
                    <a:pt x="27478" y="1581"/>
                  </a:lnTo>
                  <a:cubicBezTo>
                    <a:pt x="27478" y="2310"/>
                    <a:pt x="26901" y="2888"/>
                    <a:pt x="26171" y="2888"/>
                  </a:cubicBezTo>
                  <a:lnTo>
                    <a:pt x="10396" y="2888"/>
                  </a:lnTo>
                  <a:cubicBezTo>
                    <a:pt x="9697" y="2888"/>
                    <a:pt x="9119" y="2310"/>
                    <a:pt x="9119" y="1581"/>
                  </a:cubicBezTo>
                  <a:lnTo>
                    <a:pt x="9119" y="0"/>
                  </a:lnTo>
                  <a:lnTo>
                    <a:pt x="3678" y="0"/>
                  </a:lnTo>
                  <a:cubicBezTo>
                    <a:pt x="1642" y="0"/>
                    <a:pt x="0" y="1641"/>
                    <a:pt x="0" y="3678"/>
                  </a:cubicBezTo>
                  <a:lnTo>
                    <a:pt x="0" y="2355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7;p51">
              <a:extLst>
                <a:ext uri="{FF2B5EF4-FFF2-40B4-BE49-F238E27FC236}">
                  <a16:creationId xmlns:a16="http://schemas.microsoft.com/office/drawing/2014/main" id="{1558FBAA-30A6-B63E-664E-9E69C4B754BD}"/>
                </a:ext>
              </a:extLst>
            </p:cNvPr>
            <p:cNvSpPr/>
            <p:nvPr/>
          </p:nvSpPr>
          <p:spPr>
            <a:xfrm>
              <a:off x="8090664" y="1105248"/>
              <a:ext cx="136548" cy="136590"/>
            </a:xfrm>
            <a:custGeom>
              <a:avLst/>
              <a:gdLst/>
              <a:ahLst/>
              <a:cxnLst/>
              <a:rect l="l" t="t" r="r" b="b"/>
              <a:pathLst>
                <a:path w="3283" h="3284" extrusionOk="0">
                  <a:moveTo>
                    <a:pt x="1642" y="1064"/>
                  </a:moveTo>
                  <a:cubicBezTo>
                    <a:pt x="1976" y="1064"/>
                    <a:pt x="2250" y="1308"/>
                    <a:pt x="2250" y="1642"/>
                  </a:cubicBezTo>
                  <a:cubicBezTo>
                    <a:pt x="2250" y="1976"/>
                    <a:pt x="1976" y="2219"/>
                    <a:pt x="1642" y="2219"/>
                  </a:cubicBezTo>
                  <a:cubicBezTo>
                    <a:pt x="1338" y="2219"/>
                    <a:pt x="1064" y="1976"/>
                    <a:pt x="1064" y="1642"/>
                  </a:cubicBezTo>
                  <a:cubicBezTo>
                    <a:pt x="1064" y="1308"/>
                    <a:pt x="1338" y="1064"/>
                    <a:pt x="1642" y="1064"/>
                  </a:cubicBezTo>
                  <a:close/>
                  <a:moveTo>
                    <a:pt x="1520" y="1"/>
                  </a:moveTo>
                  <a:cubicBezTo>
                    <a:pt x="1398" y="1"/>
                    <a:pt x="1307" y="92"/>
                    <a:pt x="1307" y="213"/>
                  </a:cubicBezTo>
                  <a:lnTo>
                    <a:pt x="1307" y="305"/>
                  </a:lnTo>
                  <a:cubicBezTo>
                    <a:pt x="1307" y="430"/>
                    <a:pt x="1193" y="512"/>
                    <a:pt x="1082" y="512"/>
                  </a:cubicBezTo>
                  <a:cubicBezTo>
                    <a:pt x="1031" y="512"/>
                    <a:pt x="981" y="495"/>
                    <a:pt x="943" y="457"/>
                  </a:cubicBezTo>
                  <a:lnTo>
                    <a:pt x="882" y="396"/>
                  </a:lnTo>
                  <a:cubicBezTo>
                    <a:pt x="836" y="350"/>
                    <a:pt x="783" y="327"/>
                    <a:pt x="730" y="327"/>
                  </a:cubicBezTo>
                  <a:cubicBezTo>
                    <a:pt x="677" y="327"/>
                    <a:pt x="623" y="350"/>
                    <a:pt x="578" y="396"/>
                  </a:cubicBezTo>
                  <a:lnTo>
                    <a:pt x="395" y="578"/>
                  </a:lnTo>
                  <a:cubicBezTo>
                    <a:pt x="335" y="669"/>
                    <a:pt x="335" y="791"/>
                    <a:pt x="395" y="882"/>
                  </a:cubicBezTo>
                  <a:lnTo>
                    <a:pt x="456" y="943"/>
                  </a:lnTo>
                  <a:cubicBezTo>
                    <a:pt x="578" y="1064"/>
                    <a:pt x="487" y="1308"/>
                    <a:pt x="304" y="1308"/>
                  </a:cubicBezTo>
                  <a:lnTo>
                    <a:pt x="243" y="1308"/>
                  </a:lnTo>
                  <a:cubicBezTo>
                    <a:pt x="122" y="1308"/>
                    <a:pt x="0" y="1399"/>
                    <a:pt x="0" y="1520"/>
                  </a:cubicBezTo>
                  <a:lnTo>
                    <a:pt x="0" y="1764"/>
                  </a:lnTo>
                  <a:cubicBezTo>
                    <a:pt x="0" y="1885"/>
                    <a:pt x="122" y="1976"/>
                    <a:pt x="243" y="1976"/>
                  </a:cubicBezTo>
                  <a:lnTo>
                    <a:pt x="304" y="1976"/>
                  </a:lnTo>
                  <a:cubicBezTo>
                    <a:pt x="487" y="1976"/>
                    <a:pt x="578" y="2219"/>
                    <a:pt x="456" y="2371"/>
                  </a:cubicBezTo>
                  <a:lnTo>
                    <a:pt x="395" y="2402"/>
                  </a:lnTo>
                  <a:cubicBezTo>
                    <a:pt x="335" y="2493"/>
                    <a:pt x="335" y="2645"/>
                    <a:pt x="395" y="2706"/>
                  </a:cubicBezTo>
                  <a:lnTo>
                    <a:pt x="578" y="2888"/>
                  </a:lnTo>
                  <a:cubicBezTo>
                    <a:pt x="623" y="2934"/>
                    <a:pt x="677" y="2957"/>
                    <a:pt x="730" y="2957"/>
                  </a:cubicBezTo>
                  <a:cubicBezTo>
                    <a:pt x="783" y="2957"/>
                    <a:pt x="836" y="2934"/>
                    <a:pt x="882" y="2888"/>
                  </a:cubicBezTo>
                  <a:lnTo>
                    <a:pt x="943" y="2858"/>
                  </a:lnTo>
                  <a:cubicBezTo>
                    <a:pt x="984" y="2806"/>
                    <a:pt x="1040" y="2782"/>
                    <a:pt x="1095" y="2782"/>
                  </a:cubicBezTo>
                  <a:cubicBezTo>
                    <a:pt x="1202" y="2782"/>
                    <a:pt x="1307" y="2870"/>
                    <a:pt x="1307" y="3010"/>
                  </a:cubicBezTo>
                  <a:lnTo>
                    <a:pt x="1307" y="3071"/>
                  </a:lnTo>
                  <a:cubicBezTo>
                    <a:pt x="1307" y="3192"/>
                    <a:pt x="1398" y="3283"/>
                    <a:pt x="1520" y="3283"/>
                  </a:cubicBezTo>
                  <a:lnTo>
                    <a:pt x="1763" y="3283"/>
                  </a:lnTo>
                  <a:cubicBezTo>
                    <a:pt x="1885" y="3283"/>
                    <a:pt x="2006" y="3192"/>
                    <a:pt x="2006" y="3071"/>
                  </a:cubicBezTo>
                  <a:lnTo>
                    <a:pt x="2006" y="3010"/>
                  </a:lnTo>
                  <a:cubicBezTo>
                    <a:pt x="2006" y="2870"/>
                    <a:pt x="2099" y="2782"/>
                    <a:pt x="2205" y="2782"/>
                  </a:cubicBezTo>
                  <a:cubicBezTo>
                    <a:pt x="2260" y="2782"/>
                    <a:pt x="2319" y="2806"/>
                    <a:pt x="2371" y="2858"/>
                  </a:cubicBezTo>
                  <a:lnTo>
                    <a:pt x="2402" y="2888"/>
                  </a:lnTo>
                  <a:cubicBezTo>
                    <a:pt x="2447" y="2934"/>
                    <a:pt x="2508" y="2957"/>
                    <a:pt x="2569" y="2957"/>
                  </a:cubicBezTo>
                  <a:cubicBezTo>
                    <a:pt x="2629" y="2957"/>
                    <a:pt x="2690" y="2934"/>
                    <a:pt x="2736" y="2888"/>
                  </a:cubicBezTo>
                  <a:lnTo>
                    <a:pt x="2888" y="2706"/>
                  </a:lnTo>
                  <a:cubicBezTo>
                    <a:pt x="2979" y="2645"/>
                    <a:pt x="2979" y="2493"/>
                    <a:pt x="2888" y="2402"/>
                  </a:cubicBezTo>
                  <a:lnTo>
                    <a:pt x="2857" y="2371"/>
                  </a:lnTo>
                  <a:cubicBezTo>
                    <a:pt x="2705" y="2219"/>
                    <a:pt x="2827" y="1976"/>
                    <a:pt x="3009" y="1976"/>
                  </a:cubicBezTo>
                  <a:lnTo>
                    <a:pt x="3070" y="1976"/>
                  </a:lnTo>
                  <a:cubicBezTo>
                    <a:pt x="3192" y="1976"/>
                    <a:pt x="3283" y="1885"/>
                    <a:pt x="3283" y="1764"/>
                  </a:cubicBezTo>
                  <a:lnTo>
                    <a:pt x="3283" y="1520"/>
                  </a:lnTo>
                  <a:cubicBezTo>
                    <a:pt x="3283" y="1399"/>
                    <a:pt x="3192" y="1308"/>
                    <a:pt x="3070" y="1308"/>
                  </a:cubicBezTo>
                  <a:lnTo>
                    <a:pt x="3009" y="1308"/>
                  </a:lnTo>
                  <a:cubicBezTo>
                    <a:pt x="2827" y="1308"/>
                    <a:pt x="2705" y="1064"/>
                    <a:pt x="2857" y="943"/>
                  </a:cubicBezTo>
                  <a:lnTo>
                    <a:pt x="2888" y="882"/>
                  </a:lnTo>
                  <a:cubicBezTo>
                    <a:pt x="2979" y="791"/>
                    <a:pt x="2979" y="669"/>
                    <a:pt x="2888" y="578"/>
                  </a:cubicBezTo>
                  <a:lnTo>
                    <a:pt x="2736" y="396"/>
                  </a:lnTo>
                  <a:cubicBezTo>
                    <a:pt x="2690" y="350"/>
                    <a:pt x="2629" y="327"/>
                    <a:pt x="2569" y="327"/>
                  </a:cubicBezTo>
                  <a:cubicBezTo>
                    <a:pt x="2508" y="327"/>
                    <a:pt x="2447" y="350"/>
                    <a:pt x="2402" y="396"/>
                  </a:cubicBezTo>
                  <a:lnTo>
                    <a:pt x="2371" y="457"/>
                  </a:lnTo>
                  <a:cubicBezTo>
                    <a:pt x="2323" y="495"/>
                    <a:pt x="2270" y="512"/>
                    <a:pt x="2219" y="512"/>
                  </a:cubicBezTo>
                  <a:cubicBezTo>
                    <a:pt x="2107" y="512"/>
                    <a:pt x="2006" y="430"/>
                    <a:pt x="2006" y="305"/>
                  </a:cubicBezTo>
                  <a:lnTo>
                    <a:pt x="2006" y="213"/>
                  </a:lnTo>
                  <a:cubicBezTo>
                    <a:pt x="2006" y="92"/>
                    <a:pt x="1885" y="1"/>
                    <a:pt x="1763" y="1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98;p51">
              <a:extLst>
                <a:ext uri="{FF2B5EF4-FFF2-40B4-BE49-F238E27FC236}">
                  <a16:creationId xmlns:a16="http://schemas.microsoft.com/office/drawing/2014/main" id="{17CE01C8-009F-33AF-ADD0-5C49D069DBD1}"/>
                </a:ext>
              </a:extLst>
            </p:cNvPr>
            <p:cNvSpPr/>
            <p:nvPr/>
          </p:nvSpPr>
          <p:spPr>
            <a:xfrm>
              <a:off x="6960429" y="1098926"/>
              <a:ext cx="161878" cy="24082"/>
            </a:xfrm>
            <a:custGeom>
              <a:avLst/>
              <a:gdLst/>
              <a:ahLst/>
              <a:cxnLst/>
              <a:rect l="l" t="t" r="r" b="b"/>
              <a:pathLst>
                <a:path w="3892" h="579" extrusionOk="0">
                  <a:moveTo>
                    <a:pt x="1" y="1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99;p51">
              <a:extLst>
                <a:ext uri="{FF2B5EF4-FFF2-40B4-BE49-F238E27FC236}">
                  <a16:creationId xmlns:a16="http://schemas.microsoft.com/office/drawing/2014/main" id="{C0A3D6D5-C53E-EC0F-A378-E3B2367917E2}"/>
                </a:ext>
              </a:extLst>
            </p:cNvPr>
            <p:cNvSpPr/>
            <p:nvPr/>
          </p:nvSpPr>
          <p:spPr>
            <a:xfrm>
              <a:off x="6960429" y="1149503"/>
              <a:ext cx="161878" cy="24040"/>
            </a:xfrm>
            <a:custGeom>
              <a:avLst/>
              <a:gdLst/>
              <a:ahLst/>
              <a:cxnLst/>
              <a:rect l="l" t="t" r="r" b="b"/>
              <a:pathLst>
                <a:path w="3892" h="578" extrusionOk="0">
                  <a:moveTo>
                    <a:pt x="1" y="0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00;p51">
              <a:extLst>
                <a:ext uri="{FF2B5EF4-FFF2-40B4-BE49-F238E27FC236}">
                  <a16:creationId xmlns:a16="http://schemas.microsoft.com/office/drawing/2014/main" id="{3461A38B-CBD4-1A26-6D64-9262CB229D58}"/>
                </a:ext>
              </a:extLst>
            </p:cNvPr>
            <p:cNvSpPr/>
            <p:nvPr/>
          </p:nvSpPr>
          <p:spPr>
            <a:xfrm>
              <a:off x="6960429" y="1200079"/>
              <a:ext cx="161878" cy="24040"/>
            </a:xfrm>
            <a:custGeom>
              <a:avLst/>
              <a:gdLst/>
              <a:ahLst/>
              <a:cxnLst/>
              <a:rect l="l" t="t" r="r" b="b"/>
              <a:pathLst>
                <a:path w="3892" h="578" extrusionOk="0">
                  <a:moveTo>
                    <a:pt x="1" y="0"/>
                  </a:moveTo>
                  <a:lnTo>
                    <a:pt x="1" y="578"/>
                  </a:lnTo>
                  <a:lnTo>
                    <a:pt x="3891" y="578"/>
                  </a:lnTo>
                  <a:lnTo>
                    <a:pt x="3891" y="0"/>
                  </a:ln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01;p51">
              <a:extLst>
                <a:ext uri="{FF2B5EF4-FFF2-40B4-BE49-F238E27FC236}">
                  <a16:creationId xmlns:a16="http://schemas.microsoft.com/office/drawing/2014/main" id="{8D49FB0E-98EC-430B-BC96-AD60EF327C96}"/>
                </a:ext>
              </a:extLst>
            </p:cNvPr>
            <p:cNvSpPr/>
            <p:nvPr/>
          </p:nvSpPr>
          <p:spPr>
            <a:xfrm>
              <a:off x="7361173" y="1308137"/>
              <a:ext cx="499443" cy="470120"/>
            </a:xfrm>
            <a:custGeom>
              <a:avLst/>
              <a:gdLst/>
              <a:ahLst/>
              <a:cxnLst/>
              <a:rect l="l" t="t" r="r" b="b"/>
              <a:pathLst>
                <a:path w="12008" h="11303" extrusionOk="0">
                  <a:moveTo>
                    <a:pt x="6044" y="1"/>
                  </a:moveTo>
                  <a:cubicBezTo>
                    <a:pt x="5805" y="1"/>
                    <a:pt x="5563" y="16"/>
                    <a:pt x="5320" y="47"/>
                  </a:cubicBezTo>
                  <a:cubicBezTo>
                    <a:pt x="2220" y="411"/>
                    <a:pt x="1" y="3238"/>
                    <a:pt x="396" y="6339"/>
                  </a:cubicBezTo>
                  <a:cubicBezTo>
                    <a:pt x="762" y="9212"/>
                    <a:pt x="3191" y="11302"/>
                    <a:pt x="6013" y="11302"/>
                  </a:cubicBezTo>
                  <a:cubicBezTo>
                    <a:pt x="6236" y="11302"/>
                    <a:pt x="6461" y="11289"/>
                    <a:pt x="6688" y="11263"/>
                  </a:cubicBezTo>
                  <a:cubicBezTo>
                    <a:pt x="9788" y="10868"/>
                    <a:pt x="12007" y="8041"/>
                    <a:pt x="11612" y="4940"/>
                  </a:cubicBezTo>
                  <a:cubicBezTo>
                    <a:pt x="11276" y="2083"/>
                    <a:pt x="8849" y="1"/>
                    <a:pt x="6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02;p51">
              <a:extLst>
                <a:ext uri="{FF2B5EF4-FFF2-40B4-BE49-F238E27FC236}">
                  <a16:creationId xmlns:a16="http://schemas.microsoft.com/office/drawing/2014/main" id="{77931EF8-6F24-8438-B6FC-CF35C722A728}"/>
                </a:ext>
              </a:extLst>
            </p:cNvPr>
            <p:cNvSpPr/>
            <p:nvPr/>
          </p:nvSpPr>
          <p:spPr>
            <a:xfrm>
              <a:off x="7566016" y="1426384"/>
              <a:ext cx="94831" cy="94831"/>
            </a:xfrm>
            <a:custGeom>
              <a:avLst/>
              <a:gdLst/>
              <a:ahLst/>
              <a:cxnLst/>
              <a:rect l="l" t="t" r="r" b="b"/>
              <a:pathLst>
                <a:path w="2280" h="2280" extrusionOk="0">
                  <a:moveTo>
                    <a:pt x="1155" y="2280"/>
                  </a:moveTo>
                  <a:cubicBezTo>
                    <a:pt x="1793" y="2280"/>
                    <a:pt x="2280" y="1763"/>
                    <a:pt x="2280" y="1155"/>
                  </a:cubicBezTo>
                  <a:cubicBezTo>
                    <a:pt x="2280" y="517"/>
                    <a:pt x="1793" y="0"/>
                    <a:pt x="1155" y="0"/>
                  </a:cubicBezTo>
                  <a:cubicBezTo>
                    <a:pt x="517" y="0"/>
                    <a:pt x="0" y="517"/>
                    <a:pt x="0" y="1155"/>
                  </a:cubicBezTo>
                  <a:cubicBezTo>
                    <a:pt x="0" y="1763"/>
                    <a:pt x="517" y="2280"/>
                    <a:pt x="1155" y="2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03;p51">
              <a:extLst>
                <a:ext uri="{FF2B5EF4-FFF2-40B4-BE49-F238E27FC236}">
                  <a16:creationId xmlns:a16="http://schemas.microsoft.com/office/drawing/2014/main" id="{8AE7EEE6-997A-7643-E6D2-9D397F1F242E}"/>
                </a:ext>
              </a:extLst>
            </p:cNvPr>
            <p:cNvSpPr/>
            <p:nvPr/>
          </p:nvSpPr>
          <p:spPr>
            <a:xfrm>
              <a:off x="7512902" y="1541429"/>
              <a:ext cx="202306" cy="147945"/>
            </a:xfrm>
            <a:custGeom>
              <a:avLst/>
              <a:gdLst/>
              <a:ahLst/>
              <a:cxnLst/>
              <a:rect l="l" t="t" r="r" b="b"/>
              <a:pathLst>
                <a:path w="4864" h="3557" extrusionOk="0">
                  <a:moveTo>
                    <a:pt x="4803" y="1550"/>
                  </a:moveTo>
                  <a:cubicBezTo>
                    <a:pt x="4377" y="638"/>
                    <a:pt x="3466" y="0"/>
                    <a:pt x="2432" y="0"/>
                  </a:cubicBezTo>
                  <a:cubicBezTo>
                    <a:pt x="1368" y="0"/>
                    <a:pt x="456" y="638"/>
                    <a:pt x="61" y="1550"/>
                  </a:cubicBezTo>
                  <a:cubicBezTo>
                    <a:pt x="0" y="1702"/>
                    <a:pt x="0" y="1885"/>
                    <a:pt x="61" y="2037"/>
                  </a:cubicBezTo>
                  <a:cubicBezTo>
                    <a:pt x="456" y="2918"/>
                    <a:pt x="1368" y="3556"/>
                    <a:pt x="2432" y="3556"/>
                  </a:cubicBezTo>
                  <a:cubicBezTo>
                    <a:pt x="3466" y="3556"/>
                    <a:pt x="4377" y="2918"/>
                    <a:pt x="4803" y="2037"/>
                  </a:cubicBezTo>
                  <a:cubicBezTo>
                    <a:pt x="4864" y="1885"/>
                    <a:pt x="4864" y="1702"/>
                    <a:pt x="4803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04;p51">
              <a:extLst>
                <a:ext uri="{FF2B5EF4-FFF2-40B4-BE49-F238E27FC236}">
                  <a16:creationId xmlns:a16="http://schemas.microsoft.com/office/drawing/2014/main" id="{2300EA56-575A-0CFB-566B-8322ADA38E71}"/>
                </a:ext>
              </a:extLst>
            </p:cNvPr>
            <p:cNvSpPr/>
            <p:nvPr/>
          </p:nvSpPr>
          <p:spPr>
            <a:xfrm>
              <a:off x="7267631" y="3523727"/>
              <a:ext cx="705492" cy="180803"/>
            </a:xfrm>
            <a:custGeom>
              <a:avLst/>
              <a:gdLst/>
              <a:ahLst/>
              <a:cxnLst/>
              <a:rect l="l" t="t" r="r" b="b"/>
              <a:pathLst>
                <a:path w="16962" h="4347" extrusionOk="0">
                  <a:moveTo>
                    <a:pt x="14773" y="4347"/>
                  </a:moveTo>
                  <a:lnTo>
                    <a:pt x="2189" y="4347"/>
                  </a:lnTo>
                  <a:cubicBezTo>
                    <a:pt x="973" y="4347"/>
                    <a:pt x="1" y="3374"/>
                    <a:pt x="1" y="2189"/>
                  </a:cubicBezTo>
                  <a:lnTo>
                    <a:pt x="1" y="2189"/>
                  </a:lnTo>
                  <a:cubicBezTo>
                    <a:pt x="1" y="973"/>
                    <a:pt x="973" y="0"/>
                    <a:pt x="2189" y="0"/>
                  </a:cubicBezTo>
                  <a:lnTo>
                    <a:pt x="14773" y="0"/>
                  </a:lnTo>
                  <a:cubicBezTo>
                    <a:pt x="15989" y="0"/>
                    <a:pt x="16961" y="973"/>
                    <a:pt x="16961" y="2189"/>
                  </a:cubicBezTo>
                  <a:lnTo>
                    <a:pt x="16961" y="2189"/>
                  </a:lnTo>
                  <a:cubicBezTo>
                    <a:pt x="16961" y="3374"/>
                    <a:pt x="15989" y="4347"/>
                    <a:pt x="14773" y="434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05;p51">
              <a:extLst>
                <a:ext uri="{FF2B5EF4-FFF2-40B4-BE49-F238E27FC236}">
                  <a16:creationId xmlns:a16="http://schemas.microsoft.com/office/drawing/2014/main" id="{35C998FC-B0C4-3C1D-3279-971D5FEA5CD7}"/>
                </a:ext>
              </a:extLst>
            </p:cNvPr>
            <p:cNvSpPr/>
            <p:nvPr/>
          </p:nvSpPr>
          <p:spPr>
            <a:xfrm>
              <a:off x="7267631" y="3768998"/>
              <a:ext cx="705492" cy="180803"/>
            </a:xfrm>
            <a:custGeom>
              <a:avLst/>
              <a:gdLst/>
              <a:ahLst/>
              <a:cxnLst/>
              <a:rect l="l" t="t" r="r" b="b"/>
              <a:pathLst>
                <a:path w="16962" h="4347" extrusionOk="0">
                  <a:moveTo>
                    <a:pt x="2189" y="0"/>
                  </a:moveTo>
                  <a:cubicBezTo>
                    <a:pt x="973" y="0"/>
                    <a:pt x="1" y="973"/>
                    <a:pt x="1" y="2158"/>
                  </a:cubicBezTo>
                  <a:cubicBezTo>
                    <a:pt x="1" y="3374"/>
                    <a:pt x="973" y="4347"/>
                    <a:pt x="2189" y="4347"/>
                  </a:cubicBezTo>
                  <a:lnTo>
                    <a:pt x="14773" y="4347"/>
                  </a:lnTo>
                  <a:cubicBezTo>
                    <a:pt x="15989" y="4347"/>
                    <a:pt x="16961" y="3374"/>
                    <a:pt x="16961" y="2158"/>
                  </a:cubicBezTo>
                  <a:cubicBezTo>
                    <a:pt x="16961" y="973"/>
                    <a:pt x="15989" y="0"/>
                    <a:pt x="1477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06;p51">
              <a:extLst>
                <a:ext uri="{FF2B5EF4-FFF2-40B4-BE49-F238E27FC236}">
                  <a16:creationId xmlns:a16="http://schemas.microsoft.com/office/drawing/2014/main" id="{0B8C7DED-ED69-9985-3F4D-1257FAD4EB90}"/>
                </a:ext>
              </a:extLst>
            </p:cNvPr>
            <p:cNvSpPr/>
            <p:nvPr/>
          </p:nvSpPr>
          <p:spPr>
            <a:xfrm>
              <a:off x="7032509" y="2114116"/>
              <a:ext cx="1163134" cy="298385"/>
            </a:xfrm>
            <a:custGeom>
              <a:avLst/>
              <a:gdLst/>
              <a:ahLst/>
              <a:cxnLst/>
              <a:rect l="l" t="t" r="r" b="b"/>
              <a:pathLst>
                <a:path w="27965" h="7174" extrusionOk="0">
                  <a:moveTo>
                    <a:pt x="3587" y="0"/>
                  </a:moveTo>
                  <a:cubicBezTo>
                    <a:pt x="1611" y="0"/>
                    <a:pt x="0" y="1611"/>
                    <a:pt x="0" y="3587"/>
                  </a:cubicBezTo>
                  <a:cubicBezTo>
                    <a:pt x="0" y="5593"/>
                    <a:pt x="1611" y="7174"/>
                    <a:pt x="3587" y="7174"/>
                  </a:cubicBezTo>
                  <a:lnTo>
                    <a:pt x="24377" y="7174"/>
                  </a:lnTo>
                  <a:cubicBezTo>
                    <a:pt x="26353" y="7174"/>
                    <a:pt x="27964" y="5593"/>
                    <a:pt x="27964" y="3587"/>
                  </a:cubicBezTo>
                  <a:cubicBezTo>
                    <a:pt x="27964" y="1611"/>
                    <a:pt x="26353" y="0"/>
                    <a:pt x="24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07;p51">
              <a:extLst>
                <a:ext uri="{FF2B5EF4-FFF2-40B4-BE49-F238E27FC236}">
                  <a16:creationId xmlns:a16="http://schemas.microsoft.com/office/drawing/2014/main" id="{D9544CD7-A890-7FC2-667B-1CB0825DB41C}"/>
                </a:ext>
              </a:extLst>
            </p:cNvPr>
            <p:cNvSpPr/>
            <p:nvPr/>
          </p:nvSpPr>
          <p:spPr>
            <a:xfrm>
              <a:off x="7079259" y="2158370"/>
              <a:ext cx="199810" cy="199769"/>
            </a:xfrm>
            <a:custGeom>
              <a:avLst/>
              <a:gdLst/>
              <a:ahLst/>
              <a:cxnLst/>
              <a:rect l="l" t="t" r="r" b="b"/>
              <a:pathLst>
                <a:path w="4804" h="4803" extrusionOk="0">
                  <a:moveTo>
                    <a:pt x="4803" y="2401"/>
                  </a:moveTo>
                  <a:cubicBezTo>
                    <a:pt x="4803" y="3739"/>
                    <a:pt x="3739" y="4803"/>
                    <a:pt x="2402" y="4803"/>
                  </a:cubicBezTo>
                  <a:cubicBezTo>
                    <a:pt x="1065" y="4803"/>
                    <a:pt x="1" y="3739"/>
                    <a:pt x="1" y="2401"/>
                  </a:cubicBezTo>
                  <a:cubicBezTo>
                    <a:pt x="1" y="1064"/>
                    <a:pt x="1065" y="0"/>
                    <a:pt x="2402" y="0"/>
                  </a:cubicBezTo>
                  <a:cubicBezTo>
                    <a:pt x="3739" y="0"/>
                    <a:pt x="4803" y="1064"/>
                    <a:pt x="4803" y="240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08;p51">
              <a:extLst>
                <a:ext uri="{FF2B5EF4-FFF2-40B4-BE49-F238E27FC236}">
                  <a16:creationId xmlns:a16="http://schemas.microsoft.com/office/drawing/2014/main" id="{3E6F1D39-2058-9468-78DC-089736F851F6}"/>
                </a:ext>
              </a:extLst>
            </p:cNvPr>
            <p:cNvSpPr/>
            <p:nvPr/>
          </p:nvSpPr>
          <p:spPr>
            <a:xfrm>
              <a:off x="7153876" y="2182369"/>
              <a:ext cx="49329" cy="49370"/>
            </a:xfrm>
            <a:custGeom>
              <a:avLst/>
              <a:gdLst/>
              <a:ahLst/>
              <a:cxnLst/>
              <a:rect l="l" t="t" r="r" b="b"/>
              <a:pathLst>
                <a:path w="1186" h="1187" extrusionOk="0">
                  <a:moveTo>
                    <a:pt x="578" y="1"/>
                  </a:moveTo>
                  <a:cubicBezTo>
                    <a:pt x="243" y="1"/>
                    <a:pt x="0" y="244"/>
                    <a:pt x="0" y="578"/>
                  </a:cubicBezTo>
                  <a:cubicBezTo>
                    <a:pt x="0" y="912"/>
                    <a:pt x="243" y="1186"/>
                    <a:pt x="578" y="1186"/>
                  </a:cubicBezTo>
                  <a:cubicBezTo>
                    <a:pt x="912" y="1186"/>
                    <a:pt x="1185" y="912"/>
                    <a:pt x="1185" y="578"/>
                  </a:cubicBezTo>
                  <a:cubicBezTo>
                    <a:pt x="1185" y="244"/>
                    <a:pt x="912" y="1"/>
                    <a:pt x="578" y="1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09;p51">
              <a:extLst>
                <a:ext uri="{FF2B5EF4-FFF2-40B4-BE49-F238E27FC236}">
                  <a16:creationId xmlns:a16="http://schemas.microsoft.com/office/drawing/2014/main" id="{E7D1844B-7E0D-46B5-6507-967455404781}"/>
                </a:ext>
              </a:extLst>
            </p:cNvPr>
            <p:cNvSpPr/>
            <p:nvPr/>
          </p:nvSpPr>
          <p:spPr>
            <a:xfrm>
              <a:off x="7124761" y="2241805"/>
              <a:ext cx="106269" cy="77154"/>
            </a:xfrm>
            <a:custGeom>
              <a:avLst/>
              <a:gdLst/>
              <a:ahLst/>
              <a:cxnLst/>
              <a:rect l="l" t="t" r="r" b="b"/>
              <a:pathLst>
                <a:path w="2555" h="1855" extrusionOk="0">
                  <a:moveTo>
                    <a:pt x="1278" y="0"/>
                  </a:moveTo>
                  <a:cubicBezTo>
                    <a:pt x="730" y="0"/>
                    <a:pt x="275" y="335"/>
                    <a:pt x="62" y="821"/>
                  </a:cubicBezTo>
                  <a:cubicBezTo>
                    <a:pt x="1" y="882"/>
                    <a:pt x="1" y="973"/>
                    <a:pt x="62" y="1064"/>
                  </a:cubicBezTo>
                  <a:cubicBezTo>
                    <a:pt x="275" y="1520"/>
                    <a:pt x="730" y="1854"/>
                    <a:pt x="1278" y="1854"/>
                  </a:cubicBezTo>
                  <a:cubicBezTo>
                    <a:pt x="1825" y="1854"/>
                    <a:pt x="2311" y="1520"/>
                    <a:pt x="2524" y="1064"/>
                  </a:cubicBezTo>
                  <a:cubicBezTo>
                    <a:pt x="2554" y="973"/>
                    <a:pt x="2554" y="882"/>
                    <a:pt x="2524" y="821"/>
                  </a:cubicBezTo>
                  <a:cubicBezTo>
                    <a:pt x="2311" y="335"/>
                    <a:pt x="1825" y="0"/>
                    <a:pt x="1278" y="0"/>
                  </a:cubicBezTo>
                  <a:close/>
                </a:path>
              </a:pathLst>
            </a:custGeom>
            <a:solidFill>
              <a:srgbClr val="F2F4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10;p51">
              <a:extLst>
                <a:ext uri="{FF2B5EF4-FFF2-40B4-BE49-F238E27FC236}">
                  <a16:creationId xmlns:a16="http://schemas.microsoft.com/office/drawing/2014/main" id="{A69185FF-6137-8B00-1E2E-8B56166D6113}"/>
                </a:ext>
              </a:extLst>
            </p:cNvPr>
            <p:cNvSpPr/>
            <p:nvPr/>
          </p:nvSpPr>
          <p:spPr>
            <a:xfrm>
              <a:off x="7032509" y="2507290"/>
              <a:ext cx="1163134" cy="299674"/>
            </a:xfrm>
            <a:custGeom>
              <a:avLst/>
              <a:gdLst/>
              <a:ahLst/>
              <a:cxnLst/>
              <a:rect l="l" t="t" r="r" b="b"/>
              <a:pathLst>
                <a:path w="27965" h="7205" extrusionOk="0">
                  <a:moveTo>
                    <a:pt x="3587" y="0"/>
                  </a:moveTo>
                  <a:cubicBezTo>
                    <a:pt x="1611" y="0"/>
                    <a:pt x="0" y="1611"/>
                    <a:pt x="0" y="3617"/>
                  </a:cubicBezTo>
                  <a:cubicBezTo>
                    <a:pt x="0" y="5593"/>
                    <a:pt x="1611" y="7204"/>
                    <a:pt x="3587" y="7204"/>
                  </a:cubicBezTo>
                  <a:lnTo>
                    <a:pt x="24377" y="7204"/>
                  </a:lnTo>
                  <a:cubicBezTo>
                    <a:pt x="26353" y="7204"/>
                    <a:pt x="27964" y="5593"/>
                    <a:pt x="27964" y="3617"/>
                  </a:cubicBezTo>
                  <a:cubicBezTo>
                    <a:pt x="27964" y="1611"/>
                    <a:pt x="26353" y="0"/>
                    <a:pt x="24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1;p51">
              <a:extLst>
                <a:ext uri="{FF2B5EF4-FFF2-40B4-BE49-F238E27FC236}">
                  <a16:creationId xmlns:a16="http://schemas.microsoft.com/office/drawing/2014/main" id="{0EF1C6BF-3B83-2872-575F-514FF782545E}"/>
                </a:ext>
              </a:extLst>
            </p:cNvPr>
            <p:cNvSpPr/>
            <p:nvPr/>
          </p:nvSpPr>
          <p:spPr>
            <a:xfrm>
              <a:off x="7079259" y="2550255"/>
              <a:ext cx="199810" cy="199810"/>
            </a:xfrm>
            <a:custGeom>
              <a:avLst/>
              <a:gdLst/>
              <a:ahLst/>
              <a:cxnLst/>
              <a:rect l="l" t="t" r="r" b="b"/>
              <a:pathLst>
                <a:path w="4804" h="4804" extrusionOk="0">
                  <a:moveTo>
                    <a:pt x="1" y="2402"/>
                  </a:moveTo>
                  <a:cubicBezTo>
                    <a:pt x="1" y="1065"/>
                    <a:pt x="1065" y="1"/>
                    <a:pt x="2402" y="1"/>
                  </a:cubicBezTo>
                  <a:cubicBezTo>
                    <a:pt x="3739" y="1"/>
                    <a:pt x="4803" y="1065"/>
                    <a:pt x="4803" y="2402"/>
                  </a:cubicBezTo>
                  <a:cubicBezTo>
                    <a:pt x="4803" y="3739"/>
                    <a:pt x="3739" y="4803"/>
                    <a:pt x="2402" y="4803"/>
                  </a:cubicBezTo>
                  <a:cubicBezTo>
                    <a:pt x="1065" y="4803"/>
                    <a:pt x="1" y="3739"/>
                    <a:pt x="1" y="240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2;p51">
              <a:extLst>
                <a:ext uri="{FF2B5EF4-FFF2-40B4-BE49-F238E27FC236}">
                  <a16:creationId xmlns:a16="http://schemas.microsoft.com/office/drawing/2014/main" id="{E2654924-B6AC-071C-DBE8-297591E29BB3}"/>
                </a:ext>
              </a:extLst>
            </p:cNvPr>
            <p:cNvSpPr/>
            <p:nvPr/>
          </p:nvSpPr>
          <p:spPr>
            <a:xfrm>
              <a:off x="7153876" y="2586940"/>
              <a:ext cx="54403" cy="29115"/>
            </a:xfrm>
            <a:custGeom>
              <a:avLst/>
              <a:gdLst/>
              <a:ahLst/>
              <a:cxnLst/>
              <a:rect l="l" t="t" r="r" b="b"/>
              <a:pathLst>
                <a:path w="1308" h="700" extrusionOk="0">
                  <a:moveTo>
                    <a:pt x="669" y="0"/>
                  </a:moveTo>
                  <a:cubicBezTo>
                    <a:pt x="274" y="0"/>
                    <a:pt x="0" y="304"/>
                    <a:pt x="0" y="669"/>
                  </a:cubicBezTo>
                  <a:lnTo>
                    <a:pt x="0" y="699"/>
                  </a:lnTo>
                  <a:lnTo>
                    <a:pt x="334" y="699"/>
                  </a:lnTo>
                  <a:lnTo>
                    <a:pt x="334" y="669"/>
                  </a:lnTo>
                  <a:cubicBezTo>
                    <a:pt x="334" y="487"/>
                    <a:pt x="486" y="335"/>
                    <a:pt x="669" y="335"/>
                  </a:cubicBezTo>
                  <a:cubicBezTo>
                    <a:pt x="821" y="335"/>
                    <a:pt x="973" y="487"/>
                    <a:pt x="973" y="669"/>
                  </a:cubicBezTo>
                  <a:lnTo>
                    <a:pt x="973" y="699"/>
                  </a:lnTo>
                  <a:lnTo>
                    <a:pt x="1307" y="699"/>
                  </a:lnTo>
                  <a:lnTo>
                    <a:pt x="1307" y="669"/>
                  </a:lnTo>
                  <a:cubicBezTo>
                    <a:pt x="1307" y="304"/>
                    <a:pt x="1034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13;p51">
              <a:extLst>
                <a:ext uri="{FF2B5EF4-FFF2-40B4-BE49-F238E27FC236}">
                  <a16:creationId xmlns:a16="http://schemas.microsoft.com/office/drawing/2014/main" id="{D0236ED7-F2FE-788C-1652-301C79419061}"/>
                </a:ext>
              </a:extLst>
            </p:cNvPr>
            <p:cNvSpPr/>
            <p:nvPr/>
          </p:nvSpPr>
          <p:spPr>
            <a:xfrm>
              <a:off x="7136158" y="2623583"/>
              <a:ext cx="88550" cy="70832"/>
            </a:xfrm>
            <a:custGeom>
              <a:avLst/>
              <a:gdLst/>
              <a:ahLst/>
              <a:cxnLst/>
              <a:rect l="l" t="t" r="r" b="b"/>
              <a:pathLst>
                <a:path w="2129" h="1703" extrusionOk="0">
                  <a:moveTo>
                    <a:pt x="1095" y="457"/>
                  </a:moveTo>
                  <a:cubicBezTo>
                    <a:pt x="1247" y="457"/>
                    <a:pt x="1338" y="578"/>
                    <a:pt x="1338" y="700"/>
                  </a:cubicBezTo>
                  <a:cubicBezTo>
                    <a:pt x="1338" y="791"/>
                    <a:pt x="1308" y="882"/>
                    <a:pt x="1216" y="913"/>
                  </a:cubicBezTo>
                  <a:lnTo>
                    <a:pt x="1216" y="1277"/>
                  </a:lnTo>
                  <a:lnTo>
                    <a:pt x="943" y="1277"/>
                  </a:lnTo>
                  <a:lnTo>
                    <a:pt x="943" y="913"/>
                  </a:lnTo>
                  <a:cubicBezTo>
                    <a:pt x="882" y="852"/>
                    <a:pt x="852" y="791"/>
                    <a:pt x="852" y="700"/>
                  </a:cubicBezTo>
                  <a:cubicBezTo>
                    <a:pt x="852" y="578"/>
                    <a:pt x="973" y="457"/>
                    <a:pt x="1095" y="457"/>
                  </a:cubicBezTo>
                  <a:close/>
                  <a:moveTo>
                    <a:pt x="335" y="1"/>
                  </a:moveTo>
                  <a:cubicBezTo>
                    <a:pt x="152" y="1"/>
                    <a:pt x="1" y="153"/>
                    <a:pt x="1" y="305"/>
                  </a:cubicBezTo>
                  <a:lnTo>
                    <a:pt x="1" y="1399"/>
                  </a:lnTo>
                  <a:cubicBezTo>
                    <a:pt x="1" y="1551"/>
                    <a:pt x="152" y="1703"/>
                    <a:pt x="335" y="1703"/>
                  </a:cubicBezTo>
                  <a:lnTo>
                    <a:pt x="1824" y="1703"/>
                  </a:lnTo>
                  <a:cubicBezTo>
                    <a:pt x="2007" y="1703"/>
                    <a:pt x="2128" y="1551"/>
                    <a:pt x="2128" y="1399"/>
                  </a:cubicBezTo>
                  <a:lnTo>
                    <a:pt x="2128" y="305"/>
                  </a:lnTo>
                  <a:cubicBezTo>
                    <a:pt x="2128" y="153"/>
                    <a:pt x="2007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14;p51">
              <a:extLst>
                <a:ext uri="{FF2B5EF4-FFF2-40B4-BE49-F238E27FC236}">
                  <a16:creationId xmlns:a16="http://schemas.microsoft.com/office/drawing/2014/main" id="{AC4B2BF6-90AE-0842-AF71-61B7F1BC6920}"/>
                </a:ext>
              </a:extLst>
            </p:cNvPr>
            <p:cNvSpPr/>
            <p:nvPr/>
          </p:nvSpPr>
          <p:spPr>
            <a:xfrm>
              <a:off x="7032509" y="2901712"/>
              <a:ext cx="1163134" cy="298426"/>
            </a:xfrm>
            <a:custGeom>
              <a:avLst/>
              <a:gdLst/>
              <a:ahLst/>
              <a:cxnLst/>
              <a:rect l="l" t="t" r="r" b="b"/>
              <a:pathLst>
                <a:path w="27965" h="7175" extrusionOk="0">
                  <a:moveTo>
                    <a:pt x="3587" y="1"/>
                  </a:moveTo>
                  <a:cubicBezTo>
                    <a:pt x="1611" y="1"/>
                    <a:pt x="0" y="1612"/>
                    <a:pt x="0" y="3587"/>
                  </a:cubicBezTo>
                  <a:cubicBezTo>
                    <a:pt x="0" y="5563"/>
                    <a:pt x="1611" y="7174"/>
                    <a:pt x="3587" y="7174"/>
                  </a:cubicBezTo>
                  <a:lnTo>
                    <a:pt x="24377" y="7174"/>
                  </a:lnTo>
                  <a:cubicBezTo>
                    <a:pt x="26353" y="7174"/>
                    <a:pt x="27964" y="5563"/>
                    <a:pt x="27964" y="3587"/>
                  </a:cubicBezTo>
                  <a:cubicBezTo>
                    <a:pt x="27964" y="1612"/>
                    <a:pt x="26353" y="1"/>
                    <a:pt x="2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15;p51">
              <a:extLst>
                <a:ext uri="{FF2B5EF4-FFF2-40B4-BE49-F238E27FC236}">
                  <a16:creationId xmlns:a16="http://schemas.microsoft.com/office/drawing/2014/main" id="{6596B622-B818-02B0-FFC7-EC063E33BAFE}"/>
                </a:ext>
              </a:extLst>
            </p:cNvPr>
            <p:cNvSpPr/>
            <p:nvPr/>
          </p:nvSpPr>
          <p:spPr>
            <a:xfrm>
              <a:off x="7079259" y="2943429"/>
              <a:ext cx="199810" cy="201058"/>
            </a:xfrm>
            <a:custGeom>
              <a:avLst/>
              <a:gdLst/>
              <a:ahLst/>
              <a:cxnLst/>
              <a:rect l="l" t="t" r="r" b="b"/>
              <a:pathLst>
                <a:path w="4804" h="4834" extrusionOk="0">
                  <a:moveTo>
                    <a:pt x="4803" y="2402"/>
                  </a:moveTo>
                  <a:cubicBezTo>
                    <a:pt x="4803" y="3739"/>
                    <a:pt x="3739" y="4834"/>
                    <a:pt x="2402" y="4834"/>
                  </a:cubicBezTo>
                  <a:cubicBezTo>
                    <a:pt x="1065" y="4834"/>
                    <a:pt x="1" y="3739"/>
                    <a:pt x="1" y="2402"/>
                  </a:cubicBezTo>
                  <a:cubicBezTo>
                    <a:pt x="1" y="1095"/>
                    <a:pt x="1065" y="1"/>
                    <a:pt x="2402" y="1"/>
                  </a:cubicBezTo>
                  <a:cubicBezTo>
                    <a:pt x="3739" y="1"/>
                    <a:pt x="4803" y="1095"/>
                    <a:pt x="4803" y="240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16;p51">
              <a:extLst>
                <a:ext uri="{FF2B5EF4-FFF2-40B4-BE49-F238E27FC236}">
                  <a16:creationId xmlns:a16="http://schemas.microsoft.com/office/drawing/2014/main" id="{49241267-3948-25D3-02EA-3BD853CBB25E}"/>
                </a:ext>
              </a:extLst>
            </p:cNvPr>
            <p:cNvSpPr/>
            <p:nvPr/>
          </p:nvSpPr>
          <p:spPr>
            <a:xfrm>
              <a:off x="7153876" y="2980113"/>
              <a:ext cx="54403" cy="29115"/>
            </a:xfrm>
            <a:custGeom>
              <a:avLst/>
              <a:gdLst/>
              <a:ahLst/>
              <a:cxnLst/>
              <a:rect l="l" t="t" r="r" b="b"/>
              <a:pathLst>
                <a:path w="1308" h="700" extrusionOk="0">
                  <a:moveTo>
                    <a:pt x="669" y="0"/>
                  </a:moveTo>
                  <a:cubicBezTo>
                    <a:pt x="274" y="0"/>
                    <a:pt x="0" y="304"/>
                    <a:pt x="0" y="669"/>
                  </a:cubicBezTo>
                  <a:lnTo>
                    <a:pt x="0" y="699"/>
                  </a:lnTo>
                  <a:lnTo>
                    <a:pt x="334" y="699"/>
                  </a:lnTo>
                  <a:lnTo>
                    <a:pt x="334" y="669"/>
                  </a:lnTo>
                  <a:cubicBezTo>
                    <a:pt x="334" y="487"/>
                    <a:pt x="486" y="335"/>
                    <a:pt x="669" y="335"/>
                  </a:cubicBezTo>
                  <a:cubicBezTo>
                    <a:pt x="821" y="335"/>
                    <a:pt x="973" y="487"/>
                    <a:pt x="973" y="669"/>
                  </a:cubicBezTo>
                  <a:lnTo>
                    <a:pt x="973" y="699"/>
                  </a:lnTo>
                  <a:lnTo>
                    <a:pt x="1307" y="699"/>
                  </a:lnTo>
                  <a:lnTo>
                    <a:pt x="1307" y="669"/>
                  </a:lnTo>
                  <a:cubicBezTo>
                    <a:pt x="1307" y="304"/>
                    <a:pt x="1034" y="0"/>
                    <a:pt x="6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17;p51">
              <a:extLst>
                <a:ext uri="{FF2B5EF4-FFF2-40B4-BE49-F238E27FC236}">
                  <a16:creationId xmlns:a16="http://schemas.microsoft.com/office/drawing/2014/main" id="{FD19FC8C-D4BE-D7A6-8EE4-B638B60C1780}"/>
                </a:ext>
              </a:extLst>
            </p:cNvPr>
            <p:cNvSpPr/>
            <p:nvPr/>
          </p:nvSpPr>
          <p:spPr>
            <a:xfrm>
              <a:off x="7136158" y="3018046"/>
              <a:ext cx="88550" cy="69543"/>
            </a:xfrm>
            <a:custGeom>
              <a:avLst/>
              <a:gdLst/>
              <a:ahLst/>
              <a:cxnLst/>
              <a:rect l="l" t="t" r="r" b="b"/>
              <a:pathLst>
                <a:path w="2129" h="1672" extrusionOk="0">
                  <a:moveTo>
                    <a:pt x="1095" y="426"/>
                  </a:moveTo>
                  <a:cubicBezTo>
                    <a:pt x="1247" y="426"/>
                    <a:pt x="1338" y="547"/>
                    <a:pt x="1338" y="699"/>
                  </a:cubicBezTo>
                  <a:cubicBezTo>
                    <a:pt x="1338" y="790"/>
                    <a:pt x="1308" y="851"/>
                    <a:pt x="1216" y="912"/>
                  </a:cubicBezTo>
                  <a:lnTo>
                    <a:pt x="1216" y="1246"/>
                  </a:lnTo>
                  <a:lnTo>
                    <a:pt x="943" y="1246"/>
                  </a:lnTo>
                  <a:lnTo>
                    <a:pt x="943" y="882"/>
                  </a:lnTo>
                  <a:cubicBezTo>
                    <a:pt x="882" y="851"/>
                    <a:pt x="852" y="760"/>
                    <a:pt x="852" y="699"/>
                  </a:cubicBezTo>
                  <a:cubicBezTo>
                    <a:pt x="852" y="547"/>
                    <a:pt x="973" y="426"/>
                    <a:pt x="1095" y="426"/>
                  </a:cubicBezTo>
                  <a:close/>
                  <a:moveTo>
                    <a:pt x="335" y="0"/>
                  </a:moveTo>
                  <a:cubicBezTo>
                    <a:pt x="152" y="0"/>
                    <a:pt x="1" y="122"/>
                    <a:pt x="1" y="304"/>
                  </a:cubicBezTo>
                  <a:lnTo>
                    <a:pt x="1" y="1368"/>
                  </a:lnTo>
                  <a:cubicBezTo>
                    <a:pt x="1" y="1550"/>
                    <a:pt x="152" y="1672"/>
                    <a:pt x="335" y="1672"/>
                  </a:cubicBezTo>
                  <a:lnTo>
                    <a:pt x="1824" y="1672"/>
                  </a:lnTo>
                  <a:cubicBezTo>
                    <a:pt x="2007" y="1672"/>
                    <a:pt x="2128" y="1550"/>
                    <a:pt x="2128" y="1368"/>
                  </a:cubicBezTo>
                  <a:lnTo>
                    <a:pt x="2128" y="304"/>
                  </a:lnTo>
                  <a:cubicBezTo>
                    <a:pt x="2128" y="122"/>
                    <a:pt x="2007" y="0"/>
                    <a:pt x="1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18;p51">
              <a:extLst>
                <a:ext uri="{FF2B5EF4-FFF2-40B4-BE49-F238E27FC236}">
                  <a16:creationId xmlns:a16="http://schemas.microsoft.com/office/drawing/2014/main" id="{9F16B9CA-6E63-7C47-DAA6-18F558B718E7}"/>
                </a:ext>
              </a:extLst>
            </p:cNvPr>
            <p:cNvSpPr/>
            <p:nvPr/>
          </p:nvSpPr>
          <p:spPr>
            <a:xfrm>
              <a:off x="7357388" y="3325248"/>
              <a:ext cx="802860" cy="59436"/>
            </a:xfrm>
            <a:custGeom>
              <a:avLst/>
              <a:gdLst/>
              <a:ahLst/>
              <a:cxnLst/>
              <a:rect l="l" t="t" r="r" b="b"/>
              <a:pathLst>
                <a:path w="19303" h="1429" extrusionOk="0">
                  <a:moveTo>
                    <a:pt x="1" y="0"/>
                  </a:moveTo>
                  <a:lnTo>
                    <a:pt x="1" y="1429"/>
                  </a:lnTo>
                  <a:lnTo>
                    <a:pt x="19302" y="1429"/>
                  </a:lnTo>
                  <a:lnTo>
                    <a:pt x="193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19;p51">
              <a:extLst>
                <a:ext uri="{FF2B5EF4-FFF2-40B4-BE49-F238E27FC236}">
                  <a16:creationId xmlns:a16="http://schemas.microsoft.com/office/drawing/2014/main" id="{E561109E-DAD8-403A-EB57-A99DDFB00DF5}"/>
                </a:ext>
              </a:extLst>
            </p:cNvPr>
            <p:cNvSpPr/>
            <p:nvPr/>
          </p:nvSpPr>
          <p:spPr>
            <a:xfrm>
              <a:off x="7090655" y="3316389"/>
              <a:ext cx="170696" cy="80939"/>
            </a:xfrm>
            <a:custGeom>
              <a:avLst/>
              <a:gdLst/>
              <a:ahLst/>
              <a:cxnLst/>
              <a:rect l="l" t="t" r="r" b="b"/>
              <a:pathLst>
                <a:path w="4104" h="1946" extrusionOk="0">
                  <a:moveTo>
                    <a:pt x="3131" y="1946"/>
                  </a:moveTo>
                  <a:lnTo>
                    <a:pt x="973" y="1946"/>
                  </a:lnTo>
                  <a:cubicBezTo>
                    <a:pt x="456" y="1946"/>
                    <a:pt x="0" y="1520"/>
                    <a:pt x="0" y="973"/>
                  </a:cubicBezTo>
                  <a:lnTo>
                    <a:pt x="0" y="973"/>
                  </a:lnTo>
                  <a:cubicBezTo>
                    <a:pt x="0" y="456"/>
                    <a:pt x="456" y="0"/>
                    <a:pt x="973" y="0"/>
                  </a:cubicBezTo>
                  <a:lnTo>
                    <a:pt x="3131" y="0"/>
                  </a:lnTo>
                  <a:cubicBezTo>
                    <a:pt x="3678" y="0"/>
                    <a:pt x="4104" y="456"/>
                    <a:pt x="4104" y="973"/>
                  </a:cubicBezTo>
                  <a:lnTo>
                    <a:pt x="4104" y="973"/>
                  </a:lnTo>
                  <a:cubicBezTo>
                    <a:pt x="4104" y="1520"/>
                    <a:pt x="3678" y="1946"/>
                    <a:pt x="3131" y="1946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20;p51">
              <a:extLst>
                <a:ext uri="{FF2B5EF4-FFF2-40B4-BE49-F238E27FC236}">
                  <a16:creationId xmlns:a16="http://schemas.microsoft.com/office/drawing/2014/main" id="{CE4956CD-40B9-5EFB-8FA2-3C57049F0AE2}"/>
                </a:ext>
              </a:extLst>
            </p:cNvPr>
            <p:cNvSpPr/>
            <p:nvPr/>
          </p:nvSpPr>
          <p:spPr>
            <a:xfrm>
              <a:off x="7194304" y="3332818"/>
              <a:ext cx="46833" cy="46833"/>
            </a:xfrm>
            <a:custGeom>
              <a:avLst/>
              <a:gdLst/>
              <a:ahLst/>
              <a:cxnLst/>
              <a:rect l="l" t="t" r="r" b="b"/>
              <a:pathLst>
                <a:path w="1126" h="1126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125"/>
                    <a:pt x="548" y="1125"/>
                  </a:cubicBezTo>
                  <a:cubicBezTo>
                    <a:pt x="852" y="1125"/>
                    <a:pt x="1125" y="852"/>
                    <a:pt x="1125" y="548"/>
                  </a:cubicBezTo>
                  <a:cubicBezTo>
                    <a:pt x="1125" y="244"/>
                    <a:pt x="852" y="1"/>
                    <a:pt x="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Rectangle 1">
            <a:extLst>
              <a:ext uri="{FF2B5EF4-FFF2-40B4-BE49-F238E27FC236}">
                <a16:creationId xmlns:a16="http://schemas.microsoft.com/office/drawing/2014/main" id="{CF391A17-A8C4-C28C-696B-C5DBB28AB8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7740" y="2346730"/>
            <a:ext cx="623420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Como o design de interface (UX/UI) influencia a aceitação de aplicações pelos utilizadores?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Quais elementos de design mais impactam a decisão do utilizador?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 que forma a usabilidade contribui para retenção ou abandono do app?</a:t>
            </a: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24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8330E2B-65E1-3EE0-6304-6D6C4B348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848" y="904584"/>
            <a:ext cx="767870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MZ" altLang="en-MZ" sz="440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ra" pitchFamily="2" charset="0"/>
                <a:cs typeface="Sora" pitchFamily="2" charset="0"/>
              </a:rPr>
              <a:t>Hipóteses/</a:t>
            </a:r>
            <a:r>
              <a:rPr lang="en-US" sz="4400" dirty="0" err="1">
                <a:latin typeface="Sora" pitchFamily="2" charset="0"/>
                <a:cs typeface="Sora" pitchFamily="2" charset="0"/>
              </a:rPr>
              <a:t>Objetivo</a:t>
            </a:r>
            <a:r>
              <a:rPr lang="en-US" sz="4400" dirty="0">
                <a:latin typeface="Sora" pitchFamily="2" charset="0"/>
                <a:cs typeface="Sora" pitchFamily="2" charset="0"/>
              </a:rPr>
              <a:t> Geral</a:t>
            </a:r>
            <a:endParaRPr kumimoji="0" lang="en-MZ" altLang="en-MZ" sz="4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ra" pitchFamily="2" charset="0"/>
              <a:cs typeface="Sora" pitchFamily="2" charset="0"/>
            </a:endParaRPr>
          </a:p>
        </p:txBody>
      </p:sp>
      <p:grpSp>
        <p:nvGrpSpPr>
          <p:cNvPr id="5" name="Google Shape;560;p49">
            <a:extLst>
              <a:ext uri="{FF2B5EF4-FFF2-40B4-BE49-F238E27FC236}">
                <a16:creationId xmlns:a16="http://schemas.microsoft.com/office/drawing/2014/main" id="{DA4808EB-64C9-BED6-E192-D24D8335BD6F}"/>
              </a:ext>
            </a:extLst>
          </p:cNvPr>
          <p:cNvGrpSpPr/>
          <p:nvPr/>
        </p:nvGrpSpPr>
        <p:grpSpPr>
          <a:xfrm>
            <a:off x="9187379" y="1786563"/>
            <a:ext cx="1780568" cy="2812516"/>
            <a:chOff x="1534137" y="1165512"/>
            <a:chExt cx="1780568" cy="2812516"/>
          </a:xfrm>
        </p:grpSpPr>
        <p:sp>
          <p:nvSpPr>
            <p:cNvPr id="6" name="Google Shape;561;p49">
              <a:extLst>
                <a:ext uri="{FF2B5EF4-FFF2-40B4-BE49-F238E27FC236}">
                  <a16:creationId xmlns:a16="http://schemas.microsoft.com/office/drawing/2014/main" id="{6F7C932D-1491-F1C0-E86A-8CA82A9D8F37}"/>
                </a:ext>
              </a:extLst>
            </p:cNvPr>
            <p:cNvSpPr/>
            <p:nvPr/>
          </p:nvSpPr>
          <p:spPr>
            <a:xfrm>
              <a:off x="1534137" y="1487651"/>
              <a:ext cx="113574" cy="412634"/>
            </a:xfrm>
            <a:custGeom>
              <a:avLst/>
              <a:gdLst/>
              <a:ahLst/>
              <a:cxnLst/>
              <a:rect l="l" t="t" r="r" b="b"/>
              <a:pathLst>
                <a:path w="3740" h="13588" extrusionOk="0">
                  <a:moveTo>
                    <a:pt x="3739" y="1855"/>
                  </a:moveTo>
                  <a:lnTo>
                    <a:pt x="3739" y="11733"/>
                  </a:lnTo>
                  <a:cubicBezTo>
                    <a:pt x="3739" y="12767"/>
                    <a:pt x="2888" y="13587"/>
                    <a:pt x="1855" y="13587"/>
                  </a:cubicBezTo>
                  <a:cubicBezTo>
                    <a:pt x="1581" y="13587"/>
                    <a:pt x="1338" y="13526"/>
                    <a:pt x="1095" y="13435"/>
                  </a:cubicBezTo>
                  <a:cubicBezTo>
                    <a:pt x="456" y="13131"/>
                    <a:pt x="0" y="12493"/>
                    <a:pt x="0" y="11733"/>
                  </a:cubicBezTo>
                  <a:lnTo>
                    <a:pt x="0" y="1855"/>
                  </a:lnTo>
                  <a:cubicBezTo>
                    <a:pt x="0" y="1125"/>
                    <a:pt x="456" y="456"/>
                    <a:pt x="1095" y="183"/>
                  </a:cubicBezTo>
                  <a:cubicBezTo>
                    <a:pt x="1338" y="61"/>
                    <a:pt x="1581" y="0"/>
                    <a:pt x="1855" y="0"/>
                  </a:cubicBezTo>
                  <a:cubicBezTo>
                    <a:pt x="2371" y="0"/>
                    <a:pt x="2858" y="213"/>
                    <a:pt x="3192" y="548"/>
                  </a:cubicBezTo>
                  <a:cubicBezTo>
                    <a:pt x="3526" y="882"/>
                    <a:pt x="3739" y="1338"/>
                    <a:pt x="3739" y="185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2;p49">
              <a:extLst>
                <a:ext uri="{FF2B5EF4-FFF2-40B4-BE49-F238E27FC236}">
                  <a16:creationId xmlns:a16="http://schemas.microsoft.com/office/drawing/2014/main" id="{26265138-DF37-91A9-9BF9-DD2D2103C078}"/>
                </a:ext>
              </a:extLst>
            </p:cNvPr>
            <p:cNvSpPr/>
            <p:nvPr/>
          </p:nvSpPr>
          <p:spPr>
            <a:xfrm>
              <a:off x="3202071" y="1491355"/>
              <a:ext cx="112633" cy="412603"/>
            </a:xfrm>
            <a:custGeom>
              <a:avLst/>
              <a:gdLst/>
              <a:ahLst/>
              <a:cxnLst/>
              <a:rect l="l" t="t" r="r" b="b"/>
              <a:pathLst>
                <a:path w="3709" h="13587" extrusionOk="0">
                  <a:moveTo>
                    <a:pt x="3709" y="1854"/>
                  </a:moveTo>
                  <a:lnTo>
                    <a:pt x="3709" y="11733"/>
                  </a:lnTo>
                  <a:cubicBezTo>
                    <a:pt x="3709" y="12523"/>
                    <a:pt x="3192" y="13222"/>
                    <a:pt x="2493" y="13465"/>
                  </a:cubicBezTo>
                  <a:cubicBezTo>
                    <a:pt x="2280" y="13556"/>
                    <a:pt x="2067" y="13587"/>
                    <a:pt x="1855" y="13587"/>
                  </a:cubicBezTo>
                  <a:cubicBezTo>
                    <a:pt x="821" y="13587"/>
                    <a:pt x="0" y="12766"/>
                    <a:pt x="0" y="11733"/>
                  </a:cubicBezTo>
                  <a:lnTo>
                    <a:pt x="0" y="1854"/>
                  </a:lnTo>
                  <a:cubicBezTo>
                    <a:pt x="0" y="821"/>
                    <a:pt x="821" y="0"/>
                    <a:pt x="1855" y="0"/>
                  </a:cubicBezTo>
                  <a:cubicBezTo>
                    <a:pt x="2067" y="0"/>
                    <a:pt x="2280" y="30"/>
                    <a:pt x="2493" y="91"/>
                  </a:cubicBezTo>
                  <a:cubicBezTo>
                    <a:pt x="2736" y="182"/>
                    <a:pt x="2979" y="334"/>
                    <a:pt x="3162" y="547"/>
                  </a:cubicBezTo>
                  <a:cubicBezTo>
                    <a:pt x="3496" y="882"/>
                    <a:pt x="3709" y="1337"/>
                    <a:pt x="3709" y="185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3;p49">
              <a:extLst>
                <a:ext uri="{FF2B5EF4-FFF2-40B4-BE49-F238E27FC236}">
                  <a16:creationId xmlns:a16="http://schemas.microsoft.com/office/drawing/2014/main" id="{FB6C82A6-B942-A24E-8FB5-DA601462A6A9}"/>
                </a:ext>
              </a:extLst>
            </p:cNvPr>
            <p:cNvSpPr/>
            <p:nvPr/>
          </p:nvSpPr>
          <p:spPr>
            <a:xfrm>
              <a:off x="1534137" y="1993482"/>
              <a:ext cx="113574" cy="412634"/>
            </a:xfrm>
            <a:custGeom>
              <a:avLst/>
              <a:gdLst/>
              <a:ahLst/>
              <a:cxnLst/>
              <a:rect l="l" t="t" r="r" b="b"/>
              <a:pathLst>
                <a:path w="3740" h="13588" extrusionOk="0">
                  <a:moveTo>
                    <a:pt x="3739" y="1854"/>
                  </a:moveTo>
                  <a:lnTo>
                    <a:pt x="3739" y="11733"/>
                  </a:lnTo>
                  <a:cubicBezTo>
                    <a:pt x="3739" y="12766"/>
                    <a:pt x="2888" y="13587"/>
                    <a:pt x="1855" y="13587"/>
                  </a:cubicBezTo>
                  <a:cubicBezTo>
                    <a:pt x="1581" y="13587"/>
                    <a:pt x="1338" y="13526"/>
                    <a:pt x="1095" y="13435"/>
                  </a:cubicBezTo>
                  <a:cubicBezTo>
                    <a:pt x="456" y="13131"/>
                    <a:pt x="0" y="12493"/>
                    <a:pt x="0" y="11733"/>
                  </a:cubicBezTo>
                  <a:lnTo>
                    <a:pt x="0" y="1854"/>
                  </a:lnTo>
                  <a:cubicBezTo>
                    <a:pt x="0" y="1125"/>
                    <a:pt x="456" y="456"/>
                    <a:pt x="1095" y="183"/>
                  </a:cubicBezTo>
                  <a:cubicBezTo>
                    <a:pt x="1338" y="61"/>
                    <a:pt x="1581" y="0"/>
                    <a:pt x="1855" y="0"/>
                  </a:cubicBezTo>
                  <a:cubicBezTo>
                    <a:pt x="2371" y="0"/>
                    <a:pt x="2858" y="213"/>
                    <a:pt x="3192" y="547"/>
                  </a:cubicBezTo>
                  <a:cubicBezTo>
                    <a:pt x="3526" y="882"/>
                    <a:pt x="3739" y="1368"/>
                    <a:pt x="3739" y="1854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64;p49">
              <a:extLst>
                <a:ext uri="{FF2B5EF4-FFF2-40B4-BE49-F238E27FC236}">
                  <a16:creationId xmlns:a16="http://schemas.microsoft.com/office/drawing/2014/main" id="{494F3DCF-B62D-6C7E-5DAB-5B2ACD6C5839}"/>
                </a:ext>
              </a:extLst>
            </p:cNvPr>
            <p:cNvSpPr/>
            <p:nvPr/>
          </p:nvSpPr>
          <p:spPr>
            <a:xfrm>
              <a:off x="1598759" y="1165512"/>
              <a:ext cx="1658734" cy="2812516"/>
            </a:xfrm>
            <a:custGeom>
              <a:avLst/>
              <a:gdLst/>
              <a:ahLst/>
              <a:cxnLst/>
              <a:rect l="l" t="t" r="r" b="b"/>
              <a:pathLst>
                <a:path w="54622" h="92616" extrusionOk="0">
                  <a:moveTo>
                    <a:pt x="48846" y="92616"/>
                  </a:moveTo>
                  <a:lnTo>
                    <a:pt x="5775" y="92616"/>
                  </a:lnTo>
                  <a:cubicBezTo>
                    <a:pt x="2584" y="92616"/>
                    <a:pt x="0" y="90032"/>
                    <a:pt x="0" y="86841"/>
                  </a:cubicBezTo>
                  <a:lnTo>
                    <a:pt x="0" y="5806"/>
                  </a:lnTo>
                  <a:cubicBezTo>
                    <a:pt x="0" y="2584"/>
                    <a:pt x="2584" y="0"/>
                    <a:pt x="5775" y="0"/>
                  </a:cubicBezTo>
                  <a:lnTo>
                    <a:pt x="48846" y="0"/>
                  </a:lnTo>
                  <a:cubicBezTo>
                    <a:pt x="52038" y="0"/>
                    <a:pt x="54621" y="2584"/>
                    <a:pt x="54621" y="5806"/>
                  </a:cubicBezTo>
                  <a:lnTo>
                    <a:pt x="54621" y="86841"/>
                  </a:lnTo>
                  <a:cubicBezTo>
                    <a:pt x="54621" y="90032"/>
                    <a:pt x="52038" y="92616"/>
                    <a:pt x="48846" y="9261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65;p49">
              <a:extLst>
                <a:ext uri="{FF2B5EF4-FFF2-40B4-BE49-F238E27FC236}">
                  <a16:creationId xmlns:a16="http://schemas.microsoft.com/office/drawing/2014/main" id="{0C502A04-094C-6CF6-3E5B-59F769DF4D17}"/>
                </a:ext>
              </a:extLst>
            </p:cNvPr>
            <p:cNvSpPr/>
            <p:nvPr/>
          </p:nvSpPr>
          <p:spPr>
            <a:xfrm>
              <a:off x="1699366" y="1271646"/>
              <a:ext cx="1458430" cy="2600248"/>
            </a:xfrm>
            <a:custGeom>
              <a:avLst/>
              <a:gdLst/>
              <a:ahLst/>
              <a:cxnLst/>
              <a:rect l="l" t="t" r="r" b="b"/>
              <a:pathLst>
                <a:path w="48026" h="85626" extrusionOk="0">
                  <a:moveTo>
                    <a:pt x="45259" y="85625"/>
                  </a:moveTo>
                  <a:lnTo>
                    <a:pt x="2736" y="85625"/>
                  </a:lnTo>
                  <a:cubicBezTo>
                    <a:pt x="1216" y="85625"/>
                    <a:pt x="0" y="84409"/>
                    <a:pt x="0" y="82890"/>
                  </a:cubicBezTo>
                  <a:lnTo>
                    <a:pt x="0" y="2767"/>
                  </a:lnTo>
                  <a:cubicBezTo>
                    <a:pt x="0" y="1247"/>
                    <a:pt x="1216" y="1"/>
                    <a:pt x="2736" y="1"/>
                  </a:cubicBezTo>
                  <a:lnTo>
                    <a:pt x="45259" y="1"/>
                  </a:lnTo>
                  <a:cubicBezTo>
                    <a:pt x="46779" y="1"/>
                    <a:pt x="48025" y="1247"/>
                    <a:pt x="48025" y="2767"/>
                  </a:cubicBezTo>
                  <a:lnTo>
                    <a:pt x="48025" y="82890"/>
                  </a:lnTo>
                  <a:cubicBezTo>
                    <a:pt x="48025" y="84409"/>
                    <a:pt x="46779" y="85625"/>
                    <a:pt x="45259" y="8562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66;p49">
              <a:extLst>
                <a:ext uri="{FF2B5EF4-FFF2-40B4-BE49-F238E27FC236}">
                  <a16:creationId xmlns:a16="http://schemas.microsoft.com/office/drawing/2014/main" id="{03E1A855-CEF1-75C1-9CA4-E637FDB441C5}"/>
                </a:ext>
              </a:extLst>
            </p:cNvPr>
            <p:cNvSpPr/>
            <p:nvPr/>
          </p:nvSpPr>
          <p:spPr>
            <a:xfrm>
              <a:off x="2408265" y="1206113"/>
              <a:ext cx="40632" cy="40662"/>
            </a:xfrm>
            <a:custGeom>
              <a:avLst/>
              <a:gdLst/>
              <a:ahLst/>
              <a:cxnLst/>
              <a:rect l="l" t="t" r="r" b="b"/>
              <a:pathLst>
                <a:path w="1338" h="1339" extrusionOk="0">
                  <a:moveTo>
                    <a:pt x="669" y="1"/>
                  </a:moveTo>
                  <a:cubicBezTo>
                    <a:pt x="304" y="1"/>
                    <a:pt x="0" y="274"/>
                    <a:pt x="0" y="670"/>
                  </a:cubicBezTo>
                  <a:cubicBezTo>
                    <a:pt x="0" y="1034"/>
                    <a:pt x="304" y="1338"/>
                    <a:pt x="669" y="1338"/>
                  </a:cubicBezTo>
                  <a:cubicBezTo>
                    <a:pt x="1034" y="1338"/>
                    <a:pt x="1338" y="1034"/>
                    <a:pt x="1338" y="670"/>
                  </a:cubicBezTo>
                  <a:cubicBezTo>
                    <a:pt x="1338" y="274"/>
                    <a:pt x="1034" y="1"/>
                    <a:pt x="669" y="1"/>
                  </a:cubicBezTo>
                  <a:close/>
                </a:path>
              </a:pathLst>
            </a:custGeom>
            <a:solidFill>
              <a:srgbClr val="3722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7;p49">
              <a:extLst>
                <a:ext uri="{FF2B5EF4-FFF2-40B4-BE49-F238E27FC236}">
                  <a16:creationId xmlns:a16="http://schemas.microsoft.com/office/drawing/2014/main" id="{1A66A307-3907-1462-A517-98E52A5420F0}"/>
                </a:ext>
              </a:extLst>
            </p:cNvPr>
            <p:cNvSpPr/>
            <p:nvPr/>
          </p:nvSpPr>
          <p:spPr>
            <a:xfrm>
              <a:off x="2087038" y="3746324"/>
              <a:ext cx="679382" cy="48011"/>
            </a:xfrm>
            <a:custGeom>
              <a:avLst/>
              <a:gdLst/>
              <a:ahLst/>
              <a:cxnLst/>
              <a:rect l="l" t="t" r="r" b="b"/>
              <a:pathLst>
                <a:path w="22372" h="158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lnTo>
                    <a:pt x="0" y="821"/>
                  </a:lnTo>
                  <a:cubicBezTo>
                    <a:pt x="0" y="1216"/>
                    <a:pt x="335" y="1581"/>
                    <a:pt x="760" y="1581"/>
                  </a:cubicBezTo>
                  <a:lnTo>
                    <a:pt x="21612" y="1581"/>
                  </a:lnTo>
                  <a:cubicBezTo>
                    <a:pt x="22037" y="1581"/>
                    <a:pt x="22372" y="1216"/>
                    <a:pt x="22372" y="821"/>
                  </a:cubicBezTo>
                  <a:lnTo>
                    <a:pt x="22372" y="760"/>
                  </a:lnTo>
                  <a:cubicBezTo>
                    <a:pt x="22372" y="335"/>
                    <a:pt x="22037" y="0"/>
                    <a:pt x="216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68;p49">
              <a:extLst>
                <a:ext uri="{FF2B5EF4-FFF2-40B4-BE49-F238E27FC236}">
                  <a16:creationId xmlns:a16="http://schemas.microsoft.com/office/drawing/2014/main" id="{0037A2E5-D187-ABCE-F32B-B82D06390A0A}"/>
                </a:ext>
              </a:extLst>
            </p:cNvPr>
            <p:cNvSpPr/>
            <p:nvPr/>
          </p:nvSpPr>
          <p:spPr>
            <a:xfrm>
              <a:off x="1799032" y="1394422"/>
              <a:ext cx="490192" cy="509536"/>
            </a:xfrm>
            <a:custGeom>
              <a:avLst/>
              <a:gdLst/>
              <a:ahLst/>
              <a:cxnLst/>
              <a:rect l="l" t="t" r="r" b="b"/>
              <a:pathLst>
                <a:path w="16142" h="16779" extrusionOk="0">
                  <a:moveTo>
                    <a:pt x="13588" y="16779"/>
                  </a:moveTo>
                  <a:lnTo>
                    <a:pt x="2585" y="16779"/>
                  </a:lnTo>
                  <a:cubicBezTo>
                    <a:pt x="1156" y="16779"/>
                    <a:pt x="1" y="15624"/>
                    <a:pt x="1" y="14226"/>
                  </a:cubicBezTo>
                  <a:lnTo>
                    <a:pt x="1" y="2584"/>
                  </a:lnTo>
                  <a:cubicBezTo>
                    <a:pt x="1" y="1156"/>
                    <a:pt x="1156" y="0"/>
                    <a:pt x="2585" y="0"/>
                  </a:cubicBezTo>
                  <a:lnTo>
                    <a:pt x="13588" y="0"/>
                  </a:lnTo>
                  <a:cubicBezTo>
                    <a:pt x="14986" y="0"/>
                    <a:pt x="16141" y="1156"/>
                    <a:pt x="16141" y="2584"/>
                  </a:cubicBezTo>
                  <a:lnTo>
                    <a:pt x="16141" y="14226"/>
                  </a:lnTo>
                  <a:cubicBezTo>
                    <a:pt x="16141" y="15624"/>
                    <a:pt x="14986" y="16779"/>
                    <a:pt x="13588" y="1677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69;p49">
              <a:extLst>
                <a:ext uri="{FF2B5EF4-FFF2-40B4-BE49-F238E27FC236}">
                  <a16:creationId xmlns:a16="http://schemas.microsoft.com/office/drawing/2014/main" id="{2EF0B017-26BD-503C-58CA-0A7CECEE9DB4}"/>
                </a:ext>
              </a:extLst>
            </p:cNvPr>
            <p:cNvSpPr/>
            <p:nvPr/>
          </p:nvSpPr>
          <p:spPr>
            <a:xfrm>
              <a:off x="1867359" y="1471951"/>
              <a:ext cx="354480" cy="354480"/>
            </a:xfrm>
            <a:custGeom>
              <a:avLst/>
              <a:gdLst/>
              <a:ahLst/>
              <a:cxnLst/>
              <a:rect l="l" t="t" r="r" b="b"/>
              <a:pathLst>
                <a:path w="11673" h="11673" extrusionOk="0">
                  <a:moveTo>
                    <a:pt x="5836" y="1"/>
                  </a:moveTo>
                  <a:cubicBezTo>
                    <a:pt x="2614" y="1"/>
                    <a:pt x="0" y="2615"/>
                    <a:pt x="0" y="5837"/>
                  </a:cubicBezTo>
                  <a:cubicBezTo>
                    <a:pt x="0" y="9059"/>
                    <a:pt x="2614" y="11673"/>
                    <a:pt x="5836" y="11673"/>
                  </a:cubicBezTo>
                  <a:cubicBezTo>
                    <a:pt x="9058" y="11673"/>
                    <a:pt x="11672" y="9059"/>
                    <a:pt x="11672" y="5837"/>
                  </a:cubicBezTo>
                  <a:cubicBezTo>
                    <a:pt x="11672" y="2615"/>
                    <a:pt x="9058" y="1"/>
                    <a:pt x="58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70;p49">
              <a:extLst>
                <a:ext uri="{FF2B5EF4-FFF2-40B4-BE49-F238E27FC236}">
                  <a16:creationId xmlns:a16="http://schemas.microsoft.com/office/drawing/2014/main" id="{EC258D0A-9131-19CE-EACB-318422356BC9}"/>
                </a:ext>
              </a:extLst>
            </p:cNvPr>
            <p:cNvSpPr/>
            <p:nvPr/>
          </p:nvSpPr>
          <p:spPr>
            <a:xfrm>
              <a:off x="2002130" y="1545804"/>
              <a:ext cx="88612" cy="88643"/>
            </a:xfrm>
            <a:custGeom>
              <a:avLst/>
              <a:gdLst/>
              <a:ahLst/>
              <a:cxnLst/>
              <a:rect l="l" t="t" r="r" b="b"/>
              <a:pathLst>
                <a:path w="2918" h="2919" extrusionOk="0">
                  <a:moveTo>
                    <a:pt x="1459" y="0"/>
                  </a:moveTo>
                  <a:cubicBezTo>
                    <a:pt x="669" y="0"/>
                    <a:pt x="0" y="669"/>
                    <a:pt x="0" y="1459"/>
                  </a:cubicBezTo>
                  <a:cubicBezTo>
                    <a:pt x="0" y="2280"/>
                    <a:pt x="669" y="2918"/>
                    <a:pt x="1459" y="2918"/>
                  </a:cubicBezTo>
                  <a:cubicBezTo>
                    <a:pt x="2280" y="2918"/>
                    <a:pt x="2918" y="2280"/>
                    <a:pt x="2918" y="1459"/>
                  </a:cubicBezTo>
                  <a:cubicBezTo>
                    <a:pt x="2918" y="669"/>
                    <a:pt x="2280" y="0"/>
                    <a:pt x="14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71;p49">
              <a:extLst>
                <a:ext uri="{FF2B5EF4-FFF2-40B4-BE49-F238E27FC236}">
                  <a16:creationId xmlns:a16="http://schemas.microsoft.com/office/drawing/2014/main" id="{937FA4DF-AD0D-42CC-6866-1A4BD3A3CE58}"/>
                </a:ext>
              </a:extLst>
            </p:cNvPr>
            <p:cNvSpPr/>
            <p:nvPr/>
          </p:nvSpPr>
          <p:spPr>
            <a:xfrm>
              <a:off x="1967025" y="1653791"/>
              <a:ext cx="159733" cy="100638"/>
            </a:xfrm>
            <a:custGeom>
              <a:avLst/>
              <a:gdLst/>
              <a:ahLst/>
              <a:cxnLst/>
              <a:rect l="l" t="t" r="r" b="b"/>
              <a:pathLst>
                <a:path w="5260" h="3314" extrusionOk="0">
                  <a:moveTo>
                    <a:pt x="2615" y="1"/>
                  </a:moveTo>
                  <a:cubicBezTo>
                    <a:pt x="1186" y="1"/>
                    <a:pt x="31" y="1125"/>
                    <a:pt x="1" y="2554"/>
                  </a:cubicBezTo>
                  <a:cubicBezTo>
                    <a:pt x="761" y="3040"/>
                    <a:pt x="1642" y="3314"/>
                    <a:pt x="2615" y="3314"/>
                  </a:cubicBezTo>
                  <a:cubicBezTo>
                    <a:pt x="3588" y="3314"/>
                    <a:pt x="4500" y="3040"/>
                    <a:pt x="5259" y="2523"/>
                  </a:cubicBezTo>
                  <a:cubicBezTo>
                    <a:pt x="5199" y="1125"/>
                    <a:pt x="4044" y="1"/>
                    <a:pt x="261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2;p49">
              <a:extLst>
                <a:ext uri="{FF2B5EF4-FFF2-40B4-BE49-F238E27FC236}">
                  <a16:creationId xmlns:a16="http://schemas.microsoft.com/office/drawing/2014/main" id="{ACAC82DD-4B0E-189A-B655-B568E5EB6877}"/>
                </a:ext>
              </a:extLst>
            </p:cNvPr>
            <p:cNvSpPr/>
            <p:nvPr/>
          </p:nvSpPr>
          <p:spPr>
            <a:xfrm>
              <a:off x="2399944" y="1476566"/>
              <a:ext cx="648012" cy="30"/>
            </a:xfrm>
            <a:custGeom>
              <a:avLst/>
              <a:gdLst/>
              <a:ahLst/>
              <a:cxnLst/>
              <a:rect l="l" t="t" r="r" b="b"/>
              <a:pathLst>
                <a:path w="21339" h="1" fill="none" extrusionOk="0">
                  <a:moveTo>
                    <a:pt x="1" y="1"/>
                  </a:moveTo>
                  <a:lnTo>
                    <a:pt x="21338" y="1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73;p49">
              <a:extLst>
                <a:ext uri="{FF2B5EF4-FFF2-40B4-BE49-F238E27FC236}">
                  <a16:creationId xmlns:a16="http://schemas.microsoft.com/office/drawing/2014/main" id="{04FA9FCC-1E6A-43A9-9553-4C46FB272BB4}"/>
                </a:ext>
              </a:extLst>
            </p:cNvPr>
            <p:cNvSpPr/>
            <p:nvPr/>
          </p:nvSpPr>
          <p:spPr>
            <a:xfrm>
              <a:off x="2399944" y="1570736"/>
              <a:ext cx="648012" cy="30"/>
            </a:xfrm>
            <a:custGeom>
              <a:avLst/>
              <a:gdLst/>
              <a:ahLst/>
              <a:cxnLst/>
              <a:rect l="l" t="t" r="r" b="b"/>
              <a:pathLst>
                <a:path w="21339" h="1" fill="none" extrusionOk="0">
                  <a:moveTo>
                    <a:pt x="1" y="0"/>
                  </a:moveTo>
                  <a:lnTo>
                    <a:pt x="21338" y="0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74;p49">
              <a:extLst>
                <a:ext uri="{FF2B5EF4-FFF2-40B4-BE49-F238E27FC236}">
                  <a16:creationId xmlns:a16="http://schemas.microsoft.com/office/drawing/2014/main" id="{BCFDB237-9351-F675-EEC9-594796DBF023}"/>
                </a:ext>
              </a:extLst>
            </p:cNvPr>
            <p:cNvSpPr/>
            <p:nvPr/>
          </p:nvSpPr>
          <p:spPr>
            <a:xfrm>
              <a:off x="2399944" y="1665786"/>
              <a:ext cx="648012" cy="30"/>
            </a:xfrm>
            <a:custGeom>
              <a:avLst/>
              <a:gdLst/>
              <a:ahLst/>
              <a:cxnLst/>
              <a:rect l="l" t="t" r="r" b="b"/>
              <a:pathLst>
                <a:path w="21339" h="1" fill="none" extrusionOk="0">
                  <a:moveTo>
                    <a:pt x="1" y="1"/>
                  </a:moveTo>
                  <a:lnTo>
                    <a:pt x="21338" y="1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5;p49">
              <a:extLst>
                <a:ext uri="{FF2B5EF4-FFF2-40B4-BE49-F238E27FC236}">
                  <a16:creationId xmlns:a16="http://schemas.microsoft.com/office/drawing/2014/main" id="{C5D0E7D7-28AF-E7A2-DFA5-2B5F13652CE3}"/>
                </a:ext>
              </a:extLst>
            </p:cNvPr>
            <p:cNvSpPr/>
            <p:nvPr/>
          </p:nvSpPr>
          <p:spPr>
            <a:xfrm>
              <a:off x="2399944" y="1760867"/>
              <a:ext cx="326785" cy="30"/>
            </a:xfrm>
            <a:custGeom>
              <a:avLst/>
              <a:gdLst/>
              <a:ahLst/>
              <a:cxnLst/>
              <a:rect l="l" t="t" r="r" b="b"/>
              <a:pathLst>
                <a:path w="10761" h="1" fill="none" extrusionOk="0">
                  <a:moveTo>
                    <a:pt x="1" y="1"/>
                  </a:moveTo>
                  <a:lnTo>
                    <a:pt x="10761" y="1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6;p49">
              <a:extLst>
                <a:ext uri="{FF2B5EF4-FFF2-40B4-BE49-F238E27FC236}">
                  <a16:creationId xmlns:a16="http://schemas.microsoft.com/office/drawing/2014/main" id="{8C81877B-1FBF-D22D-F6F5-3D2C6A63671C}"/>
                </a:ext>
              </a:extLst>
            </p:cNvPr>
            <p:cNvSpPr/>
            <p:nvPr/>
          </p:nvSpPr>
          <p:spPr>
            <a:xfrm>
              <a:off x="1799032" y="2005477"/>
              <a:ext cx="1024630" cy="509536"/>
            </a:xfrm>
            <a:custGeom>
              <a:avLst/>
              <a:gdLst/>
              <a:ahLst/>
              <a:cxnLst/>
              <a:rect l="l" t="t" r="r" b="b"/>
              <a:pathLst>
                <a:path w="33741" h="16779" extrusionOk="0">
                  <a:moveTo>
                    <a:pt x="31157" y="16779"/>
                  </a:moveTo>
                  <a:lnTo>
                    <a:pt x="2585" y="16779"/>
                  </a:lnTo>
                  <a:cubicBezTo>
                    <a:pt x="1156" y="16779"/>
                    <a:pt x="1" y="15624"/>
                    <a:pt x="1" y="14225"/>
                  </a:cubicBezTo>
                  <a:lnTo>
                    <a:pt x="1" y="2584"/>
                  </a:lnTo>
                  <a:cubicBezTo>
                    <a:pt x="1" y="1155"/>
                    <a:pt x="1156" y="0"/>
                    <a:pt x="2585" y="0"/>
                  </a:cubicBezTo>
                  <a:lnTo>
                    <a:pt x="31157" y="0"/>
                  </a:lnTo>
                  <a:cubicBezTo>
                    <a:pt x="32585" y="0"/>
                    <a:pt x="33740" y="1155"/>
                    <a:pt x="33740" y="2584"/>
                  </a:cubicBezTo>
                  <a:lnTo>
                    <a:pt x="33740" y="14225"/>
                  </a:lnTo>
                  <a:cubicBezTo>
                    <a:pt x="33740" y="15624"/>
                    <a:pt x="32585" y="16779"/>
                    <a:pt x="31157" y="1677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7;p49">
              <a:extLst>
                <a:ext uri="{FF2B5EF4-FFF2-40B4-BE49-F238E27FC236}">
                  <a16:creationId xmlns:a16="http://schemas.microsoft.com/office/drawing/2014/main" id="{F769E82A-8588-9ECA-79FF-548EC9959133}"/>
                </a:ext>
              </a:extLst>
            </p:cNvPr>
            <p:cNvSpPr/>
            <p:nvPr/>
          </p:nvSpPr>
          <p:spPr>
            <a:xfrm>
              <a:off x="1788889" y="3439886"/>
              <a:ext cx="1258126" cy="223383"/>
            </a:xfrm>
            <a:custGeom>
              <a:avLst/>
              <a:gdLst/>
              <a:ahLst/>
              <a:cxnLst/>
              <a:rect l="l" t="t" r="r" b="b"/>
              <a:pathLst>
                <a:path w="41430" h="7356" extrusionOk="0">
                  <a:moveTo>
                    <a:pt x="3557" y="0"/>
                  </a:moveTo>
                  <a:cubicBezTo>
                    <a:pt x="1581" y="0"/>
                    <a:pt x="1" y="1611"/>
                    <a:pt x="1" y="3587"/>
                  </a:cubicBezTo>
                  <a:lnTo>
                    <a:pt x="1" y="3800"/>
                  </a:lnTo>
                  <a:cubicBezTo>
                    <a:pt x="1" y="5745"/>
                    <a:pt x="1581" y="7356"/>
                    <a:pt x="3557" y="7356"/>
                  </a:cubicBezTo>
                  <a:lnTo>
                    <a:pt x="37874" y="7356"/>
                  </a:lnTo>
                  <a:cubicBezTo>
                    <a:pt x="39849" y="7356"/>
                    <a:pt x="41430" y="5745"/>
                    <a:pt x="41430" y="3800"/>
                  </a:cubicBezTo>
                  <a:lnTo>
                    <a:pt x="41430" y="3587"/>
                  </a:lnTo>
                  <a:cubicBezTo>
                    <a:pt x="41430" y="1611"/>
                    <a:pt x="39849" y="0"/>
                    <a:pt x="37874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78;p49">
              <a:extLst>
                <a:ext uri="{FF2B5EF4-FFF2-40B4-BE49-F238E27FC236}">
                  <a16:creationId xmlns:a16="http://schemas.microsoft.com/office/drawing/2014/main" id="{19F54CA7-88B6-F463-6F8F-06A73EF5A095}"/>
                </a:ext>
              </a:extLst>
            </p:cNvPr>
            <p:cNvSpPr/>
            <p:nvPr/>
          </p:nvSpPr>
          <p:spPr>
            <a:xfrm>
              <a:off x="1860891" y="2334995"/>
              <a:ext cx="129244" cy="129244"/>
            </a:xfrm>
            <a:custGeom>
              <a:avLst/>
              <a:gdLst/>
              <a:ahLst/>
              <a:cxnLst/>
              <a:rect l="l" t="t" r="r" b="b"/>
              <a:pathLst>
                <a:path w="4256" h="4256" extrusionOk="0">
                  <a:moveTo>
                    <a:pt x="2128" y="1"/>
                  </a:moveTo>
                  <a:cubicBezTo>
                    <a:pt x="943" y="1"/>
                    <a:pt x="0" y="943"/>
                    <a:pt x="0" y="2128"/>
                  </a:cubicBezTo>
                  <a:cubicBezTo>
                    <a:pt x="0" y="3314"/>
                    <a:pt x="943" y="4256"/>
                    <a:pt x="2128" y="4256"/>
                  </a:cubicBezTo>
                  <a:cubicBezTo>
                    <a:pt x="3314" y="4256"/>
                    <a:pt x="4256" y="3314"/>
                    <a:pt x="4256" y="2128"/>
                  </a:cubicBezTo>
                  <a:cubicBezTo>
                    <a:pt x="4256" y="943"/>
                    <a:pt x="3314" y="1"/>
                    <a:pt x="212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79;p49">
              <a:extLst>
                <a:ext uri="{FF2B5EF4-FFF2-40B4-BE49-F238E27FC236}">
                  <a16:creationId xmlns:a16="http://schemas.microsoft.com/office/drawing/2014/main" id="{536771CB-D78D-96A2-37E3-B077CE0461B4}"/>
                </a:ext>
              </a:extLst>
            </p:cNvPr>
            <p:cNvSpPr/>
            <p:nvPr/>
          </p:nvSpPr>
          <p:spPr>
            <a:xfrm>
              <a:off x="1904286" y="2370069"/>
              <a:ext cx="43395" cy="61889"/>
            </a:xfrm>
            <a:custGeom>
              <a:avLst/>
              <a:gdLst/>
              <a:ahLst/>
              <a:cxnLst/>
              <a:rect l="l" t="t" r="r" b="b"/>
              <a:pathLst>
                <a:path w="1429" h="2038" extrusionOk="0">
                  <a:moveTo>
                    <a:pt x="1429" y="2037"/>
                  </a:moveTo>
                  <a:lnTo>
                    <a:pt x="0" y="1004"/>
                  </a:lnTo>
                  <a:lnTo>
                    <a:pt x="1429" y="1"/>
                  </a:lnTo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0;p49">
              <a:extLst>
                <a:ext uri="{FF2B5EF4-FFF2-40B4-BE49-F238E27FC236}">
                  <a16:creationId xmlns:a16="http://schemas.microsoft.com/office/drawing/2014/main" id="{0C275801-5C68-B810-0C00-DAA45572B9DC}"/>
                </a:ext>
              </a:extLst>
            </p:cNvPr>
            <p:cNvSpPr/>
            <p:nvPr/>
          </p:nvSpPr>
          <p:spPr>
            <a:xfrm>
              <a:off x="2628855" y="2334995"/>
              <a:ext cx="129274" cy="129244"/>
            </a:xfrm>
            <a:custGeom>
              <a:avLst/>
              <a:gdLst/>
              <a:ahLst/>
              <a:cxnLst/>
              <a:rect l="l" t="t" r="r" b="b"/>
              <a:pathLst>
                <a:path w="4257" h="4256" extrusionOk="0">
                  <a:moveTo>
                    <a:pt x="2128" y="1"/>
                  </a:moveTo>
                  <a:cubicBezTo>
                    <a:pt x="973" y="1"/>
                    <a:pt x="1" y="943"/>
                    <a:pt x="1" y="2128"/>
                  </a:cubicBezTo>
                  <a:cubicBezTo>
                    <a:pt x="1" y="3314"/>
                    <a:pt x="973" y="4256"/>
                    <a:pt x="2128" y="4256"/>
                  </a:cubicBezTo>
                  <a:cubicBezTo>
                    <a:pt x="3314" y="4256"/>
                    <a:pt x="4256" y="3314"/>
                    <a:pt x="4256" y="2128"/>
                  </a:cubicBezTo>
                  <a:cubicBezTo>
                    <a:pt x="4256" y="943"/>
                    <a:pt x="3314" y="1"/>
                    <a:pt x="2128" y="1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1;p49">
              <a:extLst>
                <a:ext uri="{FF2B5EF4-FFF2-40B4-BE49-F238E27FC236}">
                  <a16:creationId xmlns:a16="http://schemas.microsoft.com/office/drawing/2014/main" id="{747C481D-9783-D192-265C-46AAFE552AE0}"/>
                </a:ext>
              </a:extLst>
            </p:cNvPr>
            <p:cNvSpPr/>
            <p:nvPr/>
          </p:nvSpPr>
          <p:spPr>
            <a:xfrm>
              <a:off x="2672250" y="2370069"/>
              <a:ext cx="42484" cy="61889"/>
            </a:xfrm>
            <a:custGeom>
              <a:avLst/>
              <a:gdLst/>
              <a:ahLst/>
              <a:cxnLst/>
              <a:rect l="l" t="t" r="r" b="b"/>
              <a:pathLst>
                <a:path w="1399" h="2038" extrusionOk="0">
                  <a:moveTo>
                    <a:pt x="0" y="2037"/>
                  </a:moveTo>
                  <a:lnTo>
                    <a:pt x="1399" y="1004"/>
                  </a:lnTo>
                  <a:lnTo>
                    <a:pt x="0" y="1"/>
                  </a:lnTo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2;p49">
              <a:extLst>
                <a:ext uri="{FF2B5EF4-FFF2-40B4-BE49-F238E27FC236}">
                  <a16:creationId xmlns:a16="http://schemas.microsoft.com/office/drawing/2014/main" id="{B9802C4D-A19C-D653-3E5C-B2F507862203}"/>
                </a:ext>
              </a:extLst>
            </p:cNvPr>
            <p:cNvSpPr/>
            <p:nvPr/>
          </p:nvSpPr>
          <p:spPr>
            <a:xfrm>
              <a:off x="1898729" y="2369158"/>
              <a:ext cx="15730" cy="60948"/>
            </a:xfrm>
            <a:custGeom>
              <a:avLst/>
              <a:gdLst/>
              <a:ahLst/>
              <a:cxnLst/>
              <a:rect l="l" t="t" r="r" b="b"/>
              <a:pathLst>
                <a:path w="518" h="2007" extrusionOk="0">
                  <a:moveTo>
                    <a:pt x="1" y="0"/>
                  </a:moveTo>
                  <a:lnTo>
                    <a:pt x="517" y="0"/>
                  </a:lnTo>
                  <a:lnTo>
                    <a:pt x="517" y="2006"/>
                  </a:lnTo>
                  <a:lnTo>
                    <a:pt x="1" y="2006"/>
                  </a:ln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3;p49">
              <a:extLst>
                <a:ext uri="{FF2B5EF4-FFF2-40B4-BE49-F238E27FC236}">
                  <a16:creationId xmlns:a16="http://schemas.microsoft.com/office/drawing/2014/main" id="{56777775-C321-4CE3-C073-8436864266A3}"/>
                </a:ext>
              </a:extLst>
            </p:cNvPr>
            <p:cNvSpPr/>
            <p:nvPr/>
          </p:nvSpPr>
          <p:spPr>
            <a:xfrm>
              <a:off x="2702708" y="2369158"/>
              <a:ext cx="14789" cy="60948"/>
            </a:xfrm>
            <a:custGeom>
              <a:avLst/>
              <a:gdLst/>
              <a:ahLst/>
              <a:cxnLst/>
              <a:rect l="l" t="t" r="r" b="b"/>
              <a:pathLst>
                <a:path w="487" h="2007" extrusionOk="0">
                  <a:moveTo>
                    <a:pt x="0" y="0"/>
                  </a:moveTo>
                  <a:lnTo>
                    <a:pt x="487" y="0"/>
                  </a:lnTo>
                  <a:lnTo>
                    <a:pt x="487" y="2006"/>
                  </a:lnTo>
                  <a:lnTo>
                    <a:pt x="0" y="2006"/>
                  </a:ln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84;p49">
              <a:extLst>
                <a:ext uri="{FF2B5EF4-FFF2-40B4-BE49-F238E27FC236}">
                  <a16:creationId xmlns:a16="http://schemas.microsoft.com/office/drawing/2014/main" id="{C00F73C6-CC16-3002-7E1D-4314A5AED6F3}"/>
                </a:ext>
              </a:extLst>
            </p:cNvPr>
            <p:cNvSpPr/>
            <p:nvPr/>
          </p:nvSpPr>
          <p:spPr>
            <a:xfrm>
              <a:off x="2181177" y="2066394"/>
              <a:ext cx="257577" cy="257547"/>
            </a:xfrm>
            <a:custGeom>
              <a:avLst/>
              <a:gdLst/>
              <a:ahLst/>
              <a:cxnLst/>
              <a:rect l="l" t="t" r="r" b="b"/>
              <a:pathLst>
                <a:path w="8482" h="8481" extrusionOk="0">
                  <a:moveTo>
                    <a:pt x="4226" y="0"/>
                  </a:moveTo>
                  <a:cubicBezTo>
                    <a:pt x="1885" y="0"/>
                    <a:pt x="1" y="1885"/>
                    <a:pt x="1" y="4225"/>
                  </a:cubicBezTo>
                  <a:cubicBezTo>
                    <a:pt x="1" y="6596"/>
                    <a:pt x="1885" y="8481"/>
                    <a:pt x="4226" y="8481"/>
                  </a:cubicBezTo>
                  <a:cubicBezTo>
                    <a:pt x="6597" y="8481"/>
                    <a:pt x="8481" y="6596"/>
                    <a:pt x="8481" y="4225"/>
                  </a:cubicBezTo>
                  <a:cubicBezTo>
                    <a:pt x="8481" y="1885"/>
                    <a:pt x="6597" y="0"/>
                    <a:pt x="422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85;p49">
              <a:extLst>
                <a:ext uri="{FF2B5EF4-FFF2-40B4-BE49-F238E27FC236}">
                  <a16:creationId xmlns:a16="http://schemas.microsoft.com/office/drawing/2014/main" id="{69850C5F-1685-9DDD-AE95-55724D13D0BF}"/>
                </a:ext>
              </a:extLst>
            </p:cNvPr>
            <p:cNvSpPr/>
            <p:nvPr/>
          </p:nvSpPr>
          <p:spPr>
            <a:xfrm>
              <a:off x="2282726" y="2124548"/>
              <a:ext cx="94170" cy="135712"/>
            </a:xfrm>
            <a:custGeom>
              <a:avLst/>
              <a:gdLst/>
              <a:ahLst/>
              <a:cxnLst/>
              <a:rect l="l" t="t" r="r" b="b"/>
              <a:pathLst>
                <a:path w="3101" h="4469" extrusionOk="0">
                  <a:moveTo>
                    <a:pt x="0" y="0"/>
                  </a:moveTo>
                  <a:lnTo>
                    <a:pt x="3101" y="2219"/>
                  </a:lnTo>
                  <a:lnTo>
                    <a:pt x="0" y="4469"/>
                  </a:ln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86;p49">
              <a:extLst>
                <a:ext uri="{FF2B5EF4-FFF2-40B4-BE49-F238E27FC236}">
                  <a16:creationId xmlns:a16="http://schemas.microsoft.com/office/drawing/2014/main" id="{B24F9EFF-831B-9B02-CBF2-10F3912D55A0}"/>
                </a:ext>
              </a:extLst>
            </p:cNvPr>
            <p:cNvSpPr/>
            <p:nvPr/>
          </p:nvSpPr>
          <p:spPr>
            <a:xfrm>
              <a:off x="2023357" y="2387622"/>
              <a:ext cx="566779" cy="24021"/>
            </a:xfrm>
            <a:custGeom>
              <a:avLst/>
              <a:gdLst/>
              <a:ahLst/>
              <a:cxnLst/>
              <a:rect l="l" t="t" r="r" b="b"/>
              <a:pathLst>
                <a:path w="18664" h="791" extrusionOk="0">
                  <a:moveTo>
                    <a:pt x="395" y="0"/>
                  </a:moveTo>
                  <a:cubicBezTo>
                    <a:pt x="183" y="0"/>
                    <a:pt x="0" y="183"/>
                    <a:pt x="0" y="395"/>
                  </a:cubicBezTo>
                  <a:cubicBezTo>
                    <a:pt x="0" y="608"/>
                    <a:pt x="183" y="790"/>
                    <a:pt x="395" y="790"/>
                  </a:cubicBezTo>
                  <a:lnTo>
                    <a:pt x="18268" y="790"/>
                  </a:lnTo>
                  <a:cubicBezTo>
                    <a:pt x="18511" y="790"/>
                    <a:pt x="18663" y="608"/>
                    <a:pt x="18663" y="395"/>
                  </a:cubicBezTo>
                  <a:cubicBezTo>
                    <a:pt x="18663" y="183"/>
                    <a:pt x="18511" y="0"/>
                    <a:pt x="182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87;p49">
              <a:extLst>
                <a:ext uri="{FF2B5EF4-FFF2-40B4-BE49-F238E27FC236}">
                  <a16:creationId xmlns:a16="http://schemas.microsoft.com/office/drawing/2014/main" id="{4BB6F381-2889-8C9A-1D23-2855FEC64677}"/>
                </a:ext>
              </a:extLst>
            </p:cNvPr>
            <p:cNvSpPr/>
            <p:nvPr/>
          </p:nvSpPr>
          <p:spPr>
            <a:xfrm>
              <a:off x="2098122" y="2349753"/>
              <a:ext cx="103401" cy="103432"/>
            </a:xfrm>
            <a:custGeom>
              <a:avLst/>
              <a:gdLst/>
              <a:ahLst/>
              <a:cxnLst/>
              <a:rect l="l" t="t" r="r" b="b"/>
              <a:pathLst>
                <a:path w="3405" h="3406" extrusionOk="0">
                  <a:moveTo>
                    <a:pt x="1702" y="1"/>
                  </a:moveTo>
                  <a:cubicBezTo>
                    <a:pt x="760" y="1"/>
                    <a:pt x="0" y="761"/>
                    <a:pt x="0" y="1703"/>
                  </a:cubicBezTo>
                  <a:cubicBezTo>
                    <a:pt x="0" y="2645"/>
                    <a:pt x="760" y="3405"/>
                    <a:pt x="1702" y="3405"/>
                  </a:cubicBezTo>
                  <a:cubicBezTo>
                    <a:pt x="2645" y="3405"/>
                    <a:pt x="3404" y="2645"/>
                    <a:pt x="3404" y="1703"/>
                  </a:cubicBezTo>
                  <a:cubicBezTo>
                    <a:pt x="3404" y="761"/>
                    <a:pt x="2645" y="1"/>
                    <a:pt x="17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88;p49">
              <a:extLst>
                <a:ext uri="{FF2B5EF4-FFF2-40B4-BE49-F238E27FC236}">
                  <a16:creationId xmlns:a16="http://schemas.microsoft.com/office/drawing/2014/main" id="{55076945-369E-AB0A-7711-538535F38913}"/>
                </a:ext>
              </a:extLst>
            </p:cNvPr>
            <p:cNvSpPr/>
            <p:nvPr/>
          </p:nvSpPr>
          <p:spPr>
            <a:xfrm>
              <a:off x="2114733" y="2365453"/>
              <a:ext cx="71090" cy="71121"/>
            </a:xfrm>
            <a:custGeom>
              <a:avLst/>
              <a:gdLst/>
              <a:ahLst/>
              <a:cxnLst/>
              <a:rect l="l" t="t" r="r" b="b"/>
              <a:pathLst>
                <a:path w="2341" h="2342" extrusionOk="0">
                  <a:moveTo>
                    <a:pt x="2341" y="1186"/>
                  </a:moveTo>
                  <a:cubicBezTo>
                    <a:pt x="2341" y="548"/>
                    <a:pt x="1794" y="1"/>
                    <a:pt x="1155" y="1"/>
                  </a:cubicBezTo>
                  <a:cubicBezTo>
                    <a:pt x="517" y="1"/>
                    <a:pt x="0" y="548"/>
                    <a:pt x="0" y="1186"/>
                  </a:cubicBezTo>
                  <a:cubicBezTo>
                    <a:pt x="0" y="1824"/>
                    <a:pt x="517" y="2341"/>
                    <a:pt x="1155" y="2341"/>
                  </a:cubicBezTo>
                  <a:cubicBezTo>
                    <a:pt x="1794" y="2341"/>
                    <a:pt x="2341" y="1824"/>
                    <a:pt x="2341" y="1186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89;p49">
              <a:extLst>
                <a:ext uri="{FF2B5EF4-FFF2-40B4-BE49-F238E27FC236}">
                  <a16:creationId xmlns:a16="http://schemas.microsoft.com/office/drawing/2014/main" id="{352BCC93-1B10-7830-DB15-0E92CE95439F}"/>
                </a:ext>
              </a:extLst>
            </p:cNvPr>
            <p:cNvSpPr/>
            <p:nvPr/>
          </p:nvSpPr>
          <p:spPr>
            <a:xfrm>
              <a:off x="1952267" y="2666365"/>
              <a:ext cx="837232" cy="30"/>
            </a:xfrm>
            <a:custGeom>
              <a:avLst/>
              <a:gdLst/>
              <a:ahLst/>
              <a:cxnLst/>
              <a:rect l="l" t="t" r="r" b="b"/>
              <a:pathLst>
                <a:path w="27570" h="1" fill="none" extrusionOk="0">
                  <a:moveTo>
                    <a:pt x="1" y="1"/>
                  </a:moveTo>
                  <a:lnTo>
                    <a:pt x="27570" y="1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90;p49">
              <a:extLst>
                <a:ext uri="{FF2B5EF4-FFF2-40B4-BE49-F238E27FC236}">
                  <a16:creationId xmlns:a16="http://schemas.microsoft.com/office/drawing/2014/main" id="{D00120BC-14AE-5B37-38A6-5DC3A8242B52}"/>
                </a:ext>
              </a:extLst>
            </p:cNvPr>
            <p:cNvSpPr/>
            <p:nvPr/>
          </p:nvSpPr>
          <p:spPr>
            <a:xfrm>
              <a:off x="1952267" y="2772530"/>
              <a:ext cx="837232" cy="30"/>
            </a:xfrm>
            <a:custGeom>
              <a:avLst/>
              <a:gdLst/>
              <a:ahLst/>
              <a:cxnLst/>
              <a:rect l="l" t="t" r="r" b="b"/>
              <a:pathLst>
                <a:path w="27570" h="1" fill="none" extrusionOk="0">
                  <a:moveTo>
                    <a:pt x="1" y="0"/>
                  </a:moveTo>
                  <a:lnTo>
                    <a:pt x="27570" y="0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91;p49">
              <a:extLst>
                <a:ext uri="{FF2B5EF4-FFF2-40B4-BE49-F238E27FC236}">
                  <a16:creationId xmlns:a16="http://schemas.microsoft.com/office/drawing/2014/main" id="{78F810D0-D64D-6AC4-A5CA-C20A67E76B4E}"/>
                </a:ext>
              </a:extLst>
            </p:cNvPr>
            <p:cNvSpPr/>
            <p:nvPr/>
          </p:nvSpPr>
          <p:spPr>
            <a:xfrm>
              <a:off x="1952267" y="2877753"/>
              <a:ext cx="837232" cy="30"/>
            </a:xfrm>
            <a:custGeom>
              <a:avLst/>
              <a:gdLst/>
              <a:ahLst/>
              <a:cxnLst/>
              <a:rect l="l" t="t" r="r" b="b"/>
              <a:pathLst>
                <a:path w="27570" h="1" fill="none" extrusionOk="0">
                  <a:moveTo>
                    <a:pt x="1" y="0"/>
                  </a:moveTo>
                  <a:lnTo>
                    <a:pt x="27570" y="0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92;p49">
              <a:extLst>
                <a:ext uri="{FF2B5EF4-FFF2-40B4-BE49-F238E27FC236}">
                  <a16:creationId xmlns:a16="http://schemas.microsoft.com/office/drawing/2014/main" id="{2D74A77A-CA4F-293A-29D2-3550AC7777A7}"/>
                </a:ext>
              </a:extLst>
            </p:cNvPr>
            <p:cNvSpPr/>
            <p:nvPr/>
          </p:nvSpPr>
          <p:spPr>
            <a:xfrm>
              <a:off x="1952267" y="2982977"/>
              <a:ext cx="247404" cy="30"/>
            </a:xfrm>
            <a:custGeom>
              <a:avLst/>
              <a:gdLst/>
              <a:ahLst/>
              <a:cxnLst/>
              <a:rect l="l" t="t" r="r" b="b"/>
              <a:pathLst>
                <a:path w="8147" h="1" fill="none" extrusionOk="0">
                  <a:moveTo>
                    <a:pt x="1" y="0"/>
                  </a:moveTo>
                  <a:lnTo>
                    <a:pt x="8147" y="0"/>
                  </a:lnTo>
                </a:path>
              </a:pathLst>
            </a:custGeom>
            <a:noFill/>
            <a:ln w="19000" cap="rnd" cmpd="sng">
              <a:solidFill>
                <a:srgbClr val="FFF1E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93;p49">
              <a:extLst>
                <a:ext uri="{FF2B5EF4-FFF2-40B4-BE49-F238E27FC236}">
                  <a16:creationId xmlns:a16="http://schemas.microsoft.com/office/drawing/2014/main" id="{C223F65C-93DA-3391-49B1-A69F216D68E6}"/>
                </a:ext>
              </a:extLst>
            </p:cNvPr>
            <p:cNvSpPr/>
            <p:nvPr/>
          </p:nvSpPr>
          <p:spPr>
            <a:xfrm>
              <a:off x="1891349" y="3203566"/>
              <a:ext cx="158792" cy="158792"/>
            </a:xfrm>
            <a:custGeom>
              <a:avLst/>
              <a:gdLst/>
              <a:ahLst/>
              <a:cxnLst/>
              <a:rect l="l" t="t" r="r" b="b"/>
              <a:pathLst>
                <a:path w="5229" h="5229" extrusionOk="0">
                  <a:moveTo>
                    <a:pt x="5229" y="2615"/>
                  </a:moveTo>
                  <a:cubicBezTo>
                    <a:pt x="5229" y="1186"/>
                    <a:pt x="4043" y="1"/>
                    <a:pt x="2615" y="1"/>
                  </a:cubicBezTo>
                  <a:cubicBezTo>
                    <a:pt x="1186" y="1"/>
                    <a:pt x="1" y="1186"/>
                    <a:pt x="1" y="2615"/>
                  </a:cubicBezTo>
                  <a:cubicBezTo>
                    <a:pt x="1" y="4043"/>
                    <a:pt x="1186" y="5229"/>
                    <a:pt x="2615" y="5229"/>
                  </a:cubicBezTo>
                  <a:cubicBezTo>
                    <a:pt x="4043" y="5229"/>
                    <a:pt x="5229" y="4043"/>
                    <a:pt x="5229" y="2615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94;p49">
              <a:extLst>
                <a:ext uri="{FF2B5EF4-FFF2-40B4-BE49-F238E27FC236}">
                  <a16:creationId xmlns:a16="http://schemas.microsoft.com/office/drawing/2014/main" id="{97F572C5-2F94-549E-93C5-61EC708135EA}"/>
                </a:ext>
              </a:extLst>
            </p:cNvPr>
            <p:cNvSpPr/>
            <p:nvPr/>
          </p:nvSpPr>
          <p:spPr>
            <a:xfrm>
              <a:off x="1924571" y="3236819"/>
              <a:ext cx="92348" cy="92317"/>
            </a:xfrm>
            <a:custGeom>
              <a:avLst/>
              <a:gdLst/>
              <a:ahLst/>
              <a:cxnLst/>
              <a:rect l="l" t="t" r="r" b="b"/>
              <a:pathLst>
                <a:path w="3041" h="3040" extrusionOk="0">
                  <a:moveTo>
                    <a:pt x="1521" y="0"/>
                  </a:moveTo>
                  <a:cubicBezTo>
                    <a:pt x="669" y="0"/>
                    <a:pt x="1" y="699"/>
                    <a:pt x="1" y="1520"/>
                  </a:cubicBezTo>
                  <a:cubicBezTo>
                    <a:pt x="1" y="2371"/>
                    <a:pt x="669" y="3040"/>
                    <a:pt x="1521" y="3040"/>
                  </a:cubicBezTo>
                  <a:cubicBezTo>
                    <a:pt x="2372" y="3040"/>
                    <a:pt x="3040" y="2371"/>
                    <a:pt x="3040" y="1520"/>
                  </a:cubicBezTo>
                  <a:cubicBezTo>
                    <a:pt x="3040" y="699"/>
                    <a:pt x="2372" y="0"/>
                    <a:pt x="1521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95;p49">
              <a:extLst>
                <a:ext uri="{FF2B5EF4-FFF2-40B4-BE49-F238E27FC236}">
                  <a16:creationId xmlns:a16="http://schemas.microsoft.com/office/drawing/2014/main" id="{3BFF1366-9A04-FC40-3649-15CF488AC44E}"/>
                </a:ext>
              </a:extLst>
            </p:cNvPr>
            <p:cNvSpPr/>
            <p:nvPr/>
          </p:nvSpPr>
          <p:spPr>
            <a:xfrm>
              <a:off x="2118407" y="3203566"/>
              <a:ext cx="157881" cy="158792"/>
            </a:xfrm>
            <a:custGeom>
              <a:avLst/>
              <a:gdLst/>
              <a:ahLst/>
              <a:cxnLst/>
              <a:rect l="l" t="t" r="r" b="b"/>
              <a:pathLst>
                <a:path w="5199" h="5229" extrusionOk="0">
                  <a:moveTo>
                    <a:pt x="5199" y="2615"/>
                  </a:moveTo>
                  <a:cubicBezTo>
                    <a:pt x="5199" y="1186"/>
                    <a:pt x="4044" y="1"/>
                    <a:pt x="2615" y="1"/>
                  </a:cubicBezTo>
                  <a:cubicBezTo>
                    <a:pt x="1156" y="1"/>
                    <a:pt x="1" y="1186"/>
                    <a:pt x="1" y="2615"/>
                  </a:cubicBezTo>
                  <a:cubicBezTo>
                    <a:pt x="1" y="4043"/>
                    <a:pt x="1156" y="5229"/>
                    <a:pt x="2615" y="5229"/>
                  </a:cubicBezTo>
                  <a:cubicBezTo>
                    <a:pt x="4044" y="5229"/>
                    <a:pt x="5199" y="4043"/>
                    <a:pt x="5199" y="2615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96;p49">
              <a:extLst>
                <a:ext uri="{FF2B5EF4-FFF2-40B4-BE49-F238E27FC236}">
                  <a16:creationId xmlns:a16="http://schemas.microsoft.com/office/drawing/2014/main" id="{6EE74C82-572C-E4D6-A53F-9C0000BD1F9A}"/>
                </a:ext>
              </a:extLst>
            </p:cNvPr>
            <p:cNvSpPr/>
            <p:nvPr/>
          </p:nvSpPr>
          <p:spPr>
            <a:xfrm>
              <a:off x="2151660" y="3236819"/>
              <a:ext cx="91406" cy="92317"/>
            </a:xfrm>
            <a:custGeom>
              <a:avLst/>
              <a:gdLst/>
              <a:ahLst/>
              <a:cxnLst/>
              <a:rect l="l" t="t" r="r" b="b"/>
              <a:pathLst>
                <a:path w="3010" h="3040" extrusionOk="0">
                  <a:moveTo>
                    <a:pt x="1520" y="0"/>
                  </a:moveTo>
                  <a:cubicBezTo>
                    <a:pt x="669" y="0"/>
                    <a:pt x="0" y="699"/>
                    <a:pt x="0" y="1520"/>
                  </a:cubicBezTo>
                  <a:cubicBezTo>
                    <a:pt x="0" y="2371"/>
                    <a:pt x="669" y="3040"/>
                    <a:pt x="1520" y="3040"/>
                  </a:cubicBezTo>
                  <a:cubicBezTo>
                    <a:pt x="2341" y="3040"/>
                    <a:pt x="3009" y="2371"/>
                    <a:pt x="3009" y="1520"/>
                  </a:cubicBezTo>
                  <a:cubicBezTo>
                    <a:pt x="3009" y="699"/>
                    <a:pt x="2341" y="0"/>
                    <a:pt x="1520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97;p49">
              <a:extLst>
                <a:ext uri="{FF2B5EF4-FFF2-40B4-BE49-F238E27FC236}">
                  <a16:creationId xmlns:a16="http://schemas.microsoft.com/office/drawing/2014/main" id="{1091917F-A683-5995-BB35-6EBE08EE45CC}"/>
                </a:ext>
              </a:extLst>
            </p:cNvPr>
            <p:cNvSpPr/>
            <p:nvPr/>
          </p:nvSpPr>
          <p:spPr>
            <a:xfrm>
              <a:off x="2345495" y="3203566"/>
              <a:ext cx="157850" cy="158792"/>
            </a:xfrm>
            <a:custGeom>
              <a:avLst/>
              <a:gdLst/>
              <a:ahLst/>
              <a:cxnLst/>
              <a:rect l="l" t="t" r="r" b="b"/>
              <a:pathLst>
                <a:path w="5198" h="5229" extrusionOk="0">
                  <a:moveTo>
                    <a:pt x="5198" y="2615"/>
                  </a:moveTo>
                  <a:cubicBezTo>
                    <a:pt x="5198" y="1186"/>
                    <a:pt x="4012" y="1"/>
                    <a:pt x="2584" y="1"/>
                  </a:cubicBezTo>
                  <a:cubicBezTo>
                    <a:pt x="1155" y="1"/>
                    <a:pt x="0" y="1186"/>
                    <a:pt x="0" y="2615"/>
                  </a:cubicBezTo>
                  <a:cubicBezTo>
                    <a:pt x="0" y="4043"/>
                    <a:pt x="1155" y="5229"/>
                    <a:pt x="2584" y="5229"/>
                  </a:cubicBezTo>
                  <a:cubicBezTo>
                    <a:pt x="4012" y="5229"/>
                    <a:pt x="5198" y="4043"/>
                    <a:pt x="5198" y="2615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98;p49">
              <a:extLst>
                <a:ext uri="{FF2B5EF4-FFF2-40B4-BE49-F238E27FC236}">
                  <a16:creationId xmlns:a16="http://schemas.microsoft.com/office/drawing/2014/main" id="{9BFEBA39-13E2-5C14-A2F3-0E0033D5D0A1}"/>
                </a:ext>
              </a:extLst>
            </p:cNvPr>
            <p:cNvSpPr/>
            <p:nvPr/>
          </p:nvSpPr>
          <p:spPr>
            <a:xfrm>
              <a:off x="2377806" y="3236819"/>
              <a:ext cx="92317" cy="92317"/>
            </a:xfrm>
            <a:custGeom>
              <a:avLst/>
              <a:gdLst/>
              <a:ahLst/>
              <a:cxnLst/>
              <a:rect l="l" t="t" r="r" b="b"/>
              <a:pathLst>
                <a:path w="3040" h="3040" extrusionOk="0">
                  <a:moveTo>
                    <a:pt x="1520" y="0"/>
                  </a:moveTo>
                  <a:cubicBezTo>
                    <a:pt x="699" y="0"/>
                    <a:pt x="0" y="699"/>
                    <a:pt x="0" y="1520"/>
                  </a:cubicBezTo>
                  <a:cubicBezTo>
                    <a:pt x="0" y="2371"/>
                    <a:pt x="699" y="3040"/>
                    <a:pt x="1520" y="3040"/>
                  </a:cubicBezTo>
                  <a:cubicBezTo>
                    <a:pt x="2371" y="3040"/>
                    <a:pt x="3040" y="2371"/>
                    <a:pt x="3040" y="1520"/>
                  </a:cubicBezTo>
                  <a:cubicBezTo>
                    <a:pt x="3040" y="699"/>
                    <a:pt x="2371" y="0"/>
                    <a:pt x="1520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99;p49">
              <a:extLst>
                <a:ext uri="{FF2B5EF4-FFF2-40B4-BE49-F238E27FC236}">
                  <a16:creationId xmlns:a16="http://schemas.microsoft.com/office/drawing/2014/main" id="{4552A397-2C69-F03B-FF9A-F73C6C0A9B1B}"/>
                </a:ext>
              </a:extLst>
            </p:cNvPr>
            <p:cNvSpPr/>
            <p:nvPr/>
          </p:nvSpPr>
          <p:spPr>
            <a:xfrm>
              <a:off x="2528247" y="3161112"/>
              <a:ext cx="244641" cy="244641"/>
            </a:xfrm>
            <a:custGeom>
              <a:avLst/>
              <a:gdLst/>
              <a:ahLst/>
              <a:cxnLst/>
              <a:rect l="l" t="t" r="r" b="b"/>
              <a:pathLst>
                <a:path w="8056" h="8056" extrusionOk="0">
                  <a:moveTo>
                    <a:pt x="4043" y="1"/>
                  </a:moveTo>
                  <a:cubicBezTo>
                    <a:pt x="1824" y="1"/>
                    <a:pt x="1" y="1794"/>
                    <a:pt x="1" y="4013"/>
                  </a:cubicBezTo>
                  <a:cubicBezTo>
                    <a:pt x="1" y="6232"/>
                    <a:pt x="1824" y="8055"/>
                    <a:pt x="4043" y="8055"/>
                  </a:cubicBezTo>
                  <a:cubicBezTo>
                    <a:pt x="6262" y="8055"/>
                    <a:pt x="8055" y="6232"/>
                    <a:pt x="8055" y="4013"/>
                  </a:cubicBezTo>
                  <a:cubicBezTo>
                    <a:pt x="8055" y="1794"/>
                    <a:pt x="6262" y="1"/>
                    <a:pt x="40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00;p49">
              <a:extLst>
                <a:ext uri="{FF2B5EF4-FFF2-40B4-BE49-F238E27FC236}">
                  <a16:creationId xmlns:a16="http://schemas.microsoft.com/office/drawing/2014/main" id="{18336175-5564-A1B5-F298-7DB4BB1E9F3A}"/>
                </a:ext>
              </a:extLst>
            </p:cNvPr>
            <p:cNvSpPr/>
            <p:nvPr/>
          </p:nvSpPr>
          <p:spPr>
            <a:xfrm>
              <a:off x="2571642" y="3203566"/>
              <a:ext cx="157850" cy="158792"/>
            </a:xfrm>
            <a:custGeom>
              <a:avLst/>
              <a:gdLst/>
              <a:ahLst/>
              <a:cxnLst/>
              <a:rect l="l" t="t" r="r" b="b"/>
              <a:pathLst>
                <a:path w="5198" h="5229" extrusionOk="0">
                  <a:moveTo>
                    <a:pt x="5198" y="2615"/>
                  </a:moveTo>
                  <a:cubicBezTo>
                    <a:pt x="5198" y="1186"/>
                    <a:pt x="4043" y="1"/>
                    <a:pt x="2614" y="1"/>
                  </a:cubicBezTo>
                  <a:cubicBezTo>
                    <a:pt x="1186" y="1"/>
                    <a:pt x="0" y="1186"/>
                    <a:pt x="0" y="2615"/>
                  </a:cubicBezTo>
                  <a:cubicBezTo>
                    <a:pt x="0" y="4043"/>
                    <a:pt x="1186" y="5229"/>
                    <a:pt x="2614" y="5229"/>
                  </a:cubicBezTo>
                  <a:cubicBezTo>
                    <a:pt x="4043" y="5229"/>
                    <a:pt x="5198" y="4043"/>
                    <a:pt x="5198" y="2615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01;p49">
              <a:extLst>
                <a:ext uri="{FF2B5EF4-FFF2-40B4-BE49-F238E27FC236}">
                  <a16:creationId xmlns:a16="http://schemas.microsoft.com/office/drawing/2014/main" id="{CBEF46FD-EF4C-B795-B9F3-BDA535FA4A61}"/>
                </a:ext>
              </a:extLst>
            </p:cNvPr>
            <p:cNvSpPr/>
            <p:nvPr/>
          </p:nvSpPr>
          <p:spPr>
            <a:xfrm>
              <a:off x="2604864" y="3236819"/>
              <a:ext cx="92317" cy="92317"/>
            </a:xfrm>
            <a:custGeom>
              <a:avLst/>
              <a:gdLst/>
              <a:ahLst/>
              <a:cxnLst/>
              <a:rect l="l" t="t" r="r" b="b"/>
              <a:pathLst>
                <a:path w="3040" h="3040" extrusionOk="0">
                  <a:moveTo>
                    <a:pt x="1520" y="0"/>
                  </a:moveTo>
                  <a:cubicBezTo>
                    <a:pt x="669" y="0"/>
                    <a:pt x="0" y="699"/>
                    <a:pt x="0" y="1520"/>
                  </a:cubicBezTo>
                  <a:cubicBezTo>
                    <a:pt x="0" y="2371"/>
                    <a:pt x="669" y="3040"/>
                    <a:pt x="1520" y="3040"/>
                  </a:cubicBezTo>
                  <a:cubicBezTo>
                    <a:pt x="2341" y="3040"/>
                    <a:pt x="3040" y="2371"/>
                    <a:pt x="3040" y="1520"/>
                  </a:cubicBezTo>
                  <a:cubicBezTo>
                    <a:pt x="3040" y="699"/>
                    <a:pt x="2341" y="0"/>
                    <a:pt x="1520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02;p49">
              <a:extLst>
                <a:ext uri="{FF2B5EF4-FFF2-40B4-BE49-F238E27FC236}">
                  <a16:creationId xmlns:a16="http://schemas.microsoft.com/office/drawing/2014/main" id="{261EFB57-2821-E8E3-C77E-36737001E1CD}"/>
                </a:ext>
              </a:extLst>
            </p:cNvPr>
            <p:cNvSpPr/>
            <p:nvPr/>
          </p:nvSpPr>
          <p:spPr>
            <a:xfrm>
              <a:off x="2798700" y="3203566"/>
              <a:ext cx="157881" cy="158792"/>
            </a:xfrm>
            <a:custGeom>
              <a:avLst/>
              <a:gdLst/>
              <a:ahLst/>
              <a:cxnLst/>
              <a:rect l="l" t="t" r="r" b="b"/>
              <a:pathLst>
                <a:path w="5199" h="5229" extrusionOk="0">
                  <a:moveTo>
                    <a:pt x="5198" y="2615"/>
                  </a:moveTo>
                  <a:cubicBezTo>
                    <a:pt x="5198" y="1186"/>
                    <a:pt x="4043" y="1"/>
                    <a:pt x="2584" y="1"/>
                  </a:cubicBezTo>
                  <a:cubicBezTo>
                    <a:pt x="1156" y="1"/>
                    <a:pt x="1" y="1186"/>
                    <a:pt x="1" y="2615"/>
                  </a:cubicBezTo>
                  <a:cubicBezTo>
                    <a:pt x="1" y="4043"/>
                    <a:pt x="1156" y="5229"/>
                    <a:pt x="2584" y="5229"/>
                  </a:cubicBezTo>
                  <a:cubicBezTo>
                    <a:pt x="4043" y="5229"/>
                    <a:pt x="5198" y="4043"/>
                    <a:pt x="5198" y="2615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03;p49">
              <a:extLst>
                <a:ext uri="{FF2B5EF4-FFF2-40B4-BE49-F238E27FC236}">
                  <a16:creationId xmlns:a16="http://schemas.microsoft.com/office/drawing/2014/main" id="{2AC0E512-9DC0-DF3A-21F8-3910EB6AB364}"/>
                </a:ext>
              </a:extLst>
            </p:cNvPr>
            <p:cNvSpPr/>
            <p:nvPr/>
          </p:nvSpPr>
          <p:spPr>
            <a:xfrm>
              <a:off x="2831922" y="3236819"/>
              <a:ext cx="91406" cy="92317"/>
            </a:xfrm>
            <a:custGeom>
              <a:avLst/>
              <a:gdLst/>
              <a:ahLst/>
              <a:cxnLst/>
              <a:rect l="l" t="t" r="r" b="b"/>
              <a:pathLst>
                <a:path w="3010" h="3040" extrusionOk="0">
                  <a:moveTo>
                    <a:pt x="1490" y="0"/>
                  </a:moveTo>
                  <a:cubicBezTo>
                    <a:pt x="669" y="0"/>
                    <a:pt x="1" y="699"/>
                    <a:pt x="1" y="1520"/>
                  </a:cubicBezTo>
                  <a:cubicBezTo>
                    <a:pt x="1" y="2371"/>
                    <a:pt x="669" y="3040"/>
                    <a:pt x="1490" y="3040"/>
                  </a:cubicBezTo>
                  <a:cubicBezTo>
                    <a:pt x="2341" y="3040"/>
                    <a:pt x="3010" y="2371"/>
                    <a:pt x="3010" y="1520"/>
                  </a:cubicBezTo>
                  <a:cubicBezTo>
                    <a:pt x="3010" y="699"/>
                    <a:pt x="2341" y="0"/>
                    <a:pt x="1490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606;p49">
            <a:extLst>
              <a:ext uri="{FF2B5EF4-FFF2-40B4-BE49-F238E27FC236}">
                <a16:creationId xmlns:a16="http://schemas.microsoft.com/office/drawing/2014/main" id="{CAC8C516-346D-912C-6748-D42F7B891453}"/>
              </a:ext>
            </a:extLst>
          </p:cNvPr>
          <p:cNvSpPr/>
          <p:nvPr/>
        </p:nvSpPr>
        <p:spPr>
          <a:xfrm rot="10800000" flipH="1">
            <a:off x="9680634" y="1520650"/>
            <a:ext cx="711670" cy="502077"/>
          </a:xfrm>
          <a:custGeom>
            <a:avLst/>
            <a:gdLst/>
            <a:ahLst/>
            <a:cxnLst/>
            <a:rect l="l" t="t" r="r" b="b"/>
            <a:pathLst>
              <a:path w="15989" h="10518" fill="none" extrusionOk="0">
                <a:moveTo>
                  <a:pt x="0" y="0"/>
                </a:moveTo>
                <a:lnTo>
                  <a:pt x="0" y="6718"/>
                </a:lnTo>
                <a:cubicBezTo>
                  <a:pt x="0" y="8815"/>
                  <a:pt x="1702" y="10517"/>
                  <a:pt x="3830" y="10517"/>
                </a:cubicBezTo>
                <a:lnTo>
                  <a:pt x="15988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607;p49">
            <a:extLst>
              <a:ext uri="{FF2B5EF4-FFF2-40B4-BE49-F238E27FC236}">
                <a16:creationId xmlns:a16="http://schemas.microsoft.com/office/drawing/2014/main" id="{4087E78A-167A-1D94-EF03-E9EEA1A9CCB9}"/>
              </a:ext>
            </a:extLst>
          </p:cNvPr>
          <p:cNvSpPr/>
          <p:nvPr/>
        </p:nvSpPr>
        <p:spPr>
          <a:xfrm>
            <a:off x="9680634" y="4835255"/>
            <a:ext cx="566306" cy="502082"/>
          </a:xfrm>
          <a:custGeom>
            <a:avLst/>
            <a:gdLst/>
            <a:ahLst/>
            <a:cxnLst/>
            <a:rect l="l" t="t" r="r" b="b"/>
            <a:pathLst>
              <a:path w="8360" h="10517" fill="none" extrusionOk="0">
                <a:moveTo>
                  <a:pt x="1" y="0"/>
                </a:moveTo>
                <a:lnTo>
                  <a:pt x="1" y="6717"/>
                </a:lnTo>
                <a:cubicBezTo>
                  <a:pt x="1" y="8815"/>
                  <a:pt x="1703" y="10517"/>
                  <a:pt x="3800" y="10517"/>
                </a:cubicBezTo>
                <a:lnTo>
                  <a:pt x="8359" y="10517"/>
                </a:lnTo>
              </a:path>
            </a:pathLst>
          </a:custGeom>
          <a:noFill/>
          <a:ln w="28575" cap="rnd" cmpd="sng">
            <a:solidFill>
              <a:srgbClr val="FFF1EF"/>
            </a:solidFill>
            <a:prstDash val="dot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608;p49">
            <a:extLst>
              <a:ext uri="{FF2B5EF4-FFF2-40B4-BE49-F238E27FC236}">
                <a16:creationId xmlns:a16="http://schemas.microsoft.com/office/drawing/2014/main" id="{53C25ABE-9B65-61C9-1778-024A9A2B0960}"/>
              </a:ext>
            </a:extLst>
          </p:cNvPr>
          <p:cNvGrpSpPr/>
          <p:nvPr/>
        </p:nvGrpSpPr>
        <p:grpSpPr>
          <a:xfrm>
            <a:off x="10465805" y="450349"/>
            <a:ext cx="835380" cy="835380"/>
            <a:chOff x="3607811" y="219171"/>
            <a:chExt cx="835380" cy="835380"/>
          </a:xfrm>
        </p:grpSpPr>
        <p:sp>
          <p:nvSpPr>
            <p:cNvPr id="52" name="Google Shape;609;p49">
              <a:extLst>
                <a:ext uri="{FF2B5EF4-FFF2-40B4-BE49-F238E27FC236}">
                  <a16:creationId xmlns:a16="http://schemas.microsoft.com/office/drawing/2014/main" id="{C5D90BA8-F587-0748-5F35-8A095A0B8970}"/>
                </a:ext>
              </a:extLst>
            </p:cNvPr>
            <p:cNvSpPr/>
            <p:nvPr/>
          </p:nvSpPr>
          <p:spPr>
            <a:xfrm>
              <a:off x="3607811" y="219171"/>
              <a:ext cx="835380" cy="835380"/>
            </a:xfrm>
            <a:custGeom>
              <a:avLst/>
              <a:gdLst/>
              <a:ahLst/>
              <a:cxnLst/>
              <a:rect l="l" t="t" r="r" b="b"/>
              <a:pathLst>
                <a:path w="27509" h="27509" extrusionOk="0">
                  <a:moveTo>
                    <a:pt x="4773" y="0"/>
                  </a:moveTo>
                  <a:cubicBezTo>
                    <a:pt x="2128" y="0"/>
                    <a:pt x="0" y="2158"/>
                    <a:pt x="0" y="4803"/>
                  </a:cubicBezTo>
                  <a:lnTo>
                    <a:pt x="0" y="22706"/>
                  </a:lnTo>
                  <a:cubicBezTo>
                    <a:pt x="0" y="25350"/>
                    <a:pt x="2128" y="27508"/>
                    <a:pt x="4773" y="27508"/>
                  </a:cubicBezTo>
                  <a:lnTo>
                    <a:pt x="22706" y="27508"/>
                  </a:lnTo>
                  <a:cubicBezTo>
                    <a:pt x="25351" y="27508"/>
                    <a:pt x="27509" y="25350"/>
                    <a:pt x="27509" y="22706"/>
                  </a:cubicBezTo>
                  <a:lnTo>
                    <a:pt x="27509" y="4803"/>
                  </a:lnTo>
                  <a:cubicBezTo>
                    <a:pt x="27509" y="2158"/>
                    <a:pt x="25351" y="0"/>
                    <a:pt x="2270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10;p49">
              <a:extLst>
                <a:ext uri="{FF2B5EF4-FFF2-40B4-BE49-F238E27FC236}">
                  <a16:creationId xmlns:a16="http://schemas.microsoft.com/office/drawing/2014/main" id="{6CBA12C3-148D-0883-D87F-2048CD7FFFCB}"/>
                </a:ext>
              </a:extLst>
            </p:cNvPr>
            <p:cNvSpPr/>
            <p:nvPr/>
          </p:nvSpPr>
          <p:spPr>
            <a:xfrm>
              <a:off x="3662260" y="274561"/>
              <a:ext cx="725540" cy="724599"/>
            </a:xfrm>
            <a:custGeom>
              <a:avLst/>
              <a:gdLst/>
              <a:ahLst/>
              <a:cxnLst/>
              <a:rect l="l" t="t" r="r" b="b"/>
              <a:pathLst>
                <a:path w="23892" h="23861" extrusionOk="0">
                  <a:moveTo>
                    <a:pt x="20032" y="23861"/>
                  </a:moveTo>
                  <a:lnTo>
                    <a:pt x="3891" y="23861"/>
                  </a:lnTo>
                  <a:cubicBezTo>
                    <a:pt x="1764" y="23861"/>
                    <a:pt x="1" y="22128"/>
                    <a:pt x="1" y="20000"/>
                  </a:cubicBezTo>
                  <a:lnTo>
                    <a:pt x="1" y="3860"/>
                  </a:lnTo>
                  <a:cubicBezTo>
                    <a:pt x="1" y="1733"/>
                    <a:pt x="1764" y="0"/>
                    <a:pt x="3891" y="0"/>
                  </a:cubicBezTo>
                  <a:lnTo>
                    <a:pt x="20032" y="0"/>
                  </a:lnTo>
                  <a:cubicBezTo>
                    <a:pt x="22159" y="0"/>
                    <a:pt x="23892" y="1733"/>
                    <a:pt x="23892" y="3860"/>
                  </a:cubicBezTo>
                  <a:lnTo>
                    <a:pt x="23892" y="20000"/>
                  </a:lnTo>
                  <a:cubicBezTo>
                    <a:pt x="23892" y="22128"/>
                    <a:pt x="22159" y="23861"/>
                    <a:pt x="20032" y="2386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11;p49">
              <a:extLst>
                <a:ext uri="{FF2B5EF4-FFF2-40B4-BE49-F238E27FC236}">
                  <a16:creationId xmlns:a16="http://schemas.microsoft.com/office/drawing/2014/main" id="{8BE079AE-99AE-0AF5-1B44-D5C7D42E28D7}"/>
                </a:ext>
              </a:extLst>
            </p:cNvPr>
            <p:cNvSpPr/>
            <p:nvPr/>
          </p:nvSpPr>
          <p:spPr>
            <a:xfrm>
              <a:off x="3784124" y="395454"/>
              <a:ext cx="481841" cy="482783"/>
            </a:xfrm>
            <a:custGeom>
              <a:avLst/>
              <a:gdLst/>
              <a:ahLst/>
              <a:cxnLst/>
              <a:rect l="l" t="t" r="r" b="b"/>
              <a:pathLst>
                <a:path w="15867" h="15898" extrusionOk="0">
                  <a:moveTo>
                    <a:pt x="3891" y="1"/>
                  </a:moveTo>
                  <a:cubicBezTo>
                    <a:pt x="1733" y="1"/>
                    <a:pt x="0" y="1733"/>
                    <a:pt x="0" y="3892"/>
                  </a:cubicBezTo>
                  <a:lnTo>
                    <a:pt x="0" y="12007"/>
                  </a:lnTo>
                  <a:cubicBezTo>
                    <a:pt x="0" y="14165"/>
                    <a:pt x="1733" y="15898"/>
                    <a:pt x="3891" y="15898"/>
                  </a:cubicBezTo>
                  <a:lnTo>
                    <a:pt x="12006" y="15898"/>
                  </a:lnTo>
                  <a:cubicBezTo>
                    <a:pt x="14134" y="15898"/>
                    <a:pt x="15867" y="14165"/>
                    <a:pt x="15867" y="12007"/>
                  </a:cubicBezTo>
                  <a:lnTo>
                    <a:pt x="15867" y="3892"/>
                  </a:lnTo>
                  <a:cubicBezTo>
                    <a:pt x="15867" y="1733"/>
                    <a:pt x="14134" y="1"/>
                    <a:pt x="1200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12;p49">
              <a:extLst>
                <a:ext uri="{FF2B5EF4-FFF2-40B4-BE49-F238E27FC236}">
                  <a16:creationId xmlns:a16="http://schemas.microsoft.com/office/drawing/2014/main" id="{34A4DA25-92A0-6DCC-E86F-303E91B1DF35}"/>
                </a:ext>
              </a:extLst>
            </p:cNvPr>
            <p:cNvSpPr/>
            <p:nvPr/>
          </p:nvSpPr>
          <p:spPr>
            <a:xfrm>
              <a:off x="3835810" y="448081"/>
              <a:ext cx="378470" cy="377559"/>
            </a:xfrm>
            <a:custGeom>
              <a:avLst/>
              <a:gdLst/>
              <a:ahLst/>
              <a:cxnLst/>
              <a:rect l="l" t="t" r="r" b="b"/>
              <a:pathLst>
                <a:path w="12463" h="12433" extrusionOk="0">
                  <a:moveTo>
                    <a:pt x="6231" y="12432"/>
                  </a:moveTo>
                  <a:lnTo>
                    <a:pt x="6231" y="12432"/>
                  </a:lnTo>
                  <a:cubicBezTo>
                    <a:pt x="2797" y="12432"/>
                    <a:pt x="0" y="9666"/>
                    <a:pt x="0" y="6232"/>
                  </a:cubicBezTo>
                  <a:lnTo>
                    <a:pt x="0" y="6232"/>
                  </a:lnTo>
                  <a:cubicBezTo>
                    <a:pt x="0" y="2766"/>
                    <a:pt x="2797" y="0"/>
                    <a:pt x="6231" y="0"/>
                  </a:cubicBezTo>
                  <a:lnTo>
                    <a:pt x="6231" y="0"/>
                  </a:lnTo>
                  <a:cubicBezTo>
                    <a:pt x="9666" y="0"/>
                    <a:pt x="12462" y="2766"/>
                    <a:pt x="12462" y="6232"/>
                  </a:cubicBezTo>
                  <a:lnTo>
                    <a:pt x="12462" y="6232"/>
                  </a:lnTo>
                  <a:cubicBezTo>
                    <a:pt x="12462" y="9666"/>
                    <a:pt x="9666" y="12432"/>
                    <a:pt x="6231" y="12432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13;p49">
              <a:extLst>
                <a:ext uri="{FF2B5EF4-FFF2-40B4-BE49-F238E27FC236}">
                  <a16:creationId xmlns:a16="http://schemas.microsoft.com/office/drawing/2014/main" id="{72767A4E-7E6B-C071-03A7-D7FFFE33811A}"/>
                </a:ext>
              </a:extLst>
            </p:cNvPr>
            <p:cNvSpPr/>
            <p:nvPr/>
          </p:nvSpPr>
          <p:spPr>
            <a:xfrm>
              <a:off x="3882880" y="523757"/>
              <a:ext cx="147708" cy="222503"/>
            </a:xfrm>
            <a:custGeom>
              <a:avLst/>
              <a:gdLst/>
              <a:ahLst/>
              <a:cxnLst/>
              <a:rect l="l" t="t" r="r" b="b"/>
              <a:pathLst>
                <a:path w="4864" h="7327" extrusionOk="0">
                  <a:moveTo>
                    <a:pt x="4864" y="1"/>
                  </a:moveTo>
                  <a:lnTo>
                    <a:pt x="2128" y="2311"/>
                  </a:lnTo>
                  <a:lnTo>
                    <a:pt x="1368" y="2311"/>
                  </a:lnTo>
                  <a:cubicBezTo>
                    <a:pt x="608" y="2311"/>
                    <a:pt x="0" y="2919"/>
                    <a:pt x="0" y="3648"/>
                  </a:cubicBezTo>
                  <a:cubicBezTo>
                    <a:pt x="0" y="4408"/>
                    <a:pt x="608" y="5016"/>
                    <a:pt x="1368" y="5016"/>
                  </a:cubicBezTo>
                  <a:lnTo>
                    <a:pt x="2128" y="5016"/>
                  </a:lnTo>
                  <a:lnTo>
                    <a:pt x="4864" y="7326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14;p49">
              <a:extLst>
                <a:ext uri="{FF2B5EF4-FFF2-40B4-BE49-F238E27FC236}">
                  <a16:creationId xmlns:a16="http://schemas.microsoft.com/office/drawing/2014/main" id="{4E1276DB-E572-C685-A0A6-D6744F0C02B2}"/>
                </a:ext>
              </a:extLst>
            </p:cNvPr>
            <p:cNvSpPr/>
            <p:nvPr/>
          </p:nvSpPr>
          <p:spPr>
            <a:xfrm>
              <a:off x="4058252" y="560319"/>
              <a:ext cx="56332" cy="150866"/>
            </a:xfrm>
            <a:custGeom>
              <a:avLst/>
              <a:gdLst/>
              <a:ahLst/>
              <a:cxnLst/>
              <a:rect l="l" t="t" r="r" b="b"/>
              <a:pathLst>
                <a:path w="1855" h="4968" extrusionOk="0">
                  <a:moveTo>
                    <a:pt x="457" y="1"/>
                  </a:moveTo>
                  <a:cubicBezTo>
                    <a:pt x="342" y="1"/>
                    <a:pt x="226" y="55"/>
                    <a:pt x="153" y="165"/>
                  </a:cubicBezTo>
                  <a:cubicBezTo>
                    <a:pt x="1" y="317"/>
                    <a:pt x="31" y="560"/>
                    <a:pt x="213" y="681"/>
                  </a:cubicBezTo>
                  <a:cubicBezTo>
                    <a:pt x="760" y="1107"/>
                    <a:pt x="1095" y="1776"/>
                    <a:pt x="1095" y="2475"/>
                  </a:cubicBezTo>
                  <a:cubicBezTo>
                    <a:pt x="1095" y="3174"/>
                    <a:pt x="760" y="3873"/>
                    <a:pt x="183" y="4299"/>
                  </a:cubicBezTo>
                  <a:cubicBezTo>
                    <a:pt x="31" y="4420"/>
                    <a:pt x="1" y="4663"/>
                    <a:pt x="122" y="4815"/>
                  </a:cubicBezTo>
                  <a:cubicBezTo>
                    <a:pt x="183" y="4906"/>
                    <a:pt x="305" y="4967"/>
                    <a:pt x="426" y="4967"/>
                  </a:cubicBezTo>
                  <a:cubicBezTo>
                    <a:pt x="487" y="4967"/>
                    <a:pt x="578" y="4937"/>
                    <a:pt x="639" y="4906"/>
                  </a:cubicBezTo>
                  <a:cubicBezTo>
                    <a:pt x="1399" y="4329"/>
                    <a:pt x="1855" y="3417"/>
                    <a:pt x="1855" y="2475"/>
                  </a:cubicBezTo>
                  <a:cubicBezTo>
                    <a:pt x="1855" y="1533"/>
                    <a:pt x="1429" y="651"/>
                    <a:pt x="669" y="74"/>
                  </a:cubicBezTo>
                  <a:cubicBezTo>
                    <a:pt x="609" y="25"/>
                    <a:pt x="533" y="1"/>
                    <a:pt x="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15;p49">
              <a:extLst>
                <a:ext uri="{FF2B5EF4-FFF2-40B4-BE49-F238E27FC236}">
                  <a16:creationId xmlns:a16="http://schemas.microsoft.com/office/drawing/2014/main" id="{A820508D-CC65-CDFA-541B-FFE6989195AC}"/>
                </a:ext>
              </a:extLst>
            </p:cNvPr>
            <p:cNvSpPr/>
            <p:nvPr/>
          </p:nvSpPr>
          <p:spPr>
            <a:xfrm>
              <a:off x="4062868" y="510760"/>
              <a:ext cx="94170" cy="250259"/>
            </a:xfrm>
            <a:custGeom>
              <a:avLst/>
              <a:gdLst/>
              <a:ahLst/>
              <a:cxnLst/>
              <a:rect l="l" t="t" r="r" b="b"/>
              <a:pathLst>
                <a:path w="3101" h="8241" extrusionOk="0">
                  <a:moveTo>
                    <a:pt x="491" y="1"/>
                  </a:moveTo>
                  <a:cubicBezTo>
                    <a:pt x="360" y="1"/>
                    <a:pt x="231" y="68"/>
                    <a:pt x="153" y="186"/>
                  </a:cubicBezTo>
                  <a:cubicBezTo>
                    <a:pt x="61" y="368"/>
                    <a:pt x="92" y="611"/>
                    <a:pt x="274" y="702"/>
                  </a:cubicBezTo>
                  <a:cubicBezTo>
                    <a:pt x="1581" y="1523"/>
                    <a:pt x="2341" y="2769"/>
                    <a:pt x="2341" y="4107"/>
                  </a:cubicBezTo>
                  <a:cubicBezTo>
                    <a:pt x="2341" y="5475"/>
                    <a:pt x="1581" y="6721"/>
                    <a:pt x="213" y="7541"/>
                  </a:cubicBezTo>
                  <a:cubicBezTo>
                    <a:pt x="61" y="7633"/>
                    <a:pt x="1" y="7876"/>
                    <a:pt x="92" y="8058"/>
                  </a:cubicBezTo>
                  <a:cubicBezTo>
                    <a:pt x="183" y="8180"/>
                    <a:pt x="305" y="8241"/>
                    <a:pt x="426" y="8241"/>
                  </a:cubicBezTo>
                  <a:cubicBezTo>
                    <a:pt x="487" y="8241"/>
                    <a:pt x="548" y="8210"/>
                    <a:pt x="608" y="8180"/>
                  </a:cubicBezTo>
                  <a:cubicBezTo>
                    <a:pt x="2159" y="7238"/>
                    <a:pt x="3101" y="5718"/>
                    <a:pt x="3101" y="4107"/>
                  </a:cubicBezTo>
                  <a:cubicBezTo>
                    <a:pt x="3101" y="2496"/>
                    <a:pt x="2219" y="1037"/>
                    <a:pt x="700" y="64"/>
                  </a:cubicBezTo>
                  <a:cubicBezTo>
                    <a:pt x="635" y="21"/>
                    <a:pt x="563" y="1"/>
                    <a:pt x="4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616;p49">
            <a:extLst>
              <a:ext uri="{FF2B5EF4-FFF2-40B4-BE49-F238E27FC236}">
                <a16:creationId xmlns:a16="http://schemas.microsoft.com/office/drawing/2014/main" id="{EB595D01-F5F8-C0BD-2243-A75BC48879DE}"/>
              </a:ext>
            </a:extLst>
          </p:cNvPr>
          <p:cNvGrpSpPr/>
          <p:nvPr/>
        </p:nvGrpSpPr>
        <p:grpSpPr>
          <a:xfrm>
            <a:off x="7836952" y="5835381"/>
            <a:ext cx="1126148" cy="750442"/>
            <a:chOff x="723689" y="2529772"/>
            <a:chExt cx="1126148" cy="750442"/>
          </a:xfrm>
        </p:grpSpPr>
        <p:sp>
          <p:nvSpPr>
            <p:cNvPr id="60" name="Google Shape;617;p49">
              <a:extLst>
                <a:ext uri="{FF2B5EF4-FFF2-40B4-BE49-F238E27FC236}">
                  <a16:creationId xmlns:a16="http://schemas.microsoft.com/office/drawing/2014/main" id="{8B7B2B7C-A996-396E-34BC-849C900C90FB}"/>
                </a:ext>
              </a:extLst>
            </p:cNvPr>
            <p:cNvSpPr/>
            <p:nvPr/>
          </p:nvSpPr>
          <p:spPr>
            <a:xfrm>
              <a:off x="723689" y="2529772"/>
              <a:ext cx="1126148" cy="750442"/>
            </a:xfrm>
            <a:custGeom>
              <a:avLst/>
              <a:gdLst/>
              <a:ahLst/>
              <a:cxnLst/>
              <a:rect l="l" t="t" r="r" b="b"/>
              <a:pathLst>
                <a:path w="37084" h="24712" extrusionOk="0">
                  <a:moveTo>
                    <a:pt x="3922" y="0"/>
                  </a:moveTo>
                  <a:cubicBezTo>
                    <a:pt x="1764" y="0"/>
                    <a:pt x="1" y="1763"/>
                    <a:pt x="1" y="3921"/>
                  </a:cubicBezTo>
                  <a:lnTo>
                    <a:pt x="1" y="20791"/>
                  </a:lnTo>
                  <a:cubicBezTo>
                    <a:pt x="1" y="22949"/>
                    <a:pt x="1764" y="24712"/>
                    <a:pt x="3922" y="24712"/>
                  </a:cubicBezTo>
                  <a:lnTo>
                    <a:pt x="33163" y="24712"/>
                  </a:lnTo>
                  <a:cubicBezTo>
                    <a:pt x="35321" y="24712"/>
                    <a:pt x="37084" y="22949"/>
                    <a:pt x="37084" y="20791"/>
                  </a:cubicBezTo>
                  <a:lnTo>
                    <a:pt x="37084" y="3921"/>
                  </a:lnTo>
                  <a:cubicBezTo>
                    <a:pt x="37084" y="1763"/>
                    <a:pt x="35321" y="0"/>
                    <a:pt x="3316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8;p49">
              <a:extLst>
                <a:ext uri="{FF2B5EF4-FFF2-40B4-BE49-F238E27FC236}">
                  <a16:creationId xmlns:a16="http://schemas.microsoft.com/office/drawing/2014/main" id="{B0765A37-970B-0B59-411C-CDB8E8AC7F9B}"/>
                </a:ext>
              </a:extLst>
            </p:cNvPr>
            <p:cNvSpPr/>
            <p:nvPr/>
          </p:nvSpPr>
          <p:spPr>
            <a:xfrm>
              <a:off x="786458" y="2581458"/>
              <a:ext cx="999698" cy="647982"/>
            </a:xfrm>
            <a:custGeom>
              <a:avLst/>
              <a:gdLst/>
              <a:ahLst/>
              <a:cxnLst/>
              <a:rect l="l" t="t" r="r" b="b"/>
              <a:pathLst>
                <a:path w="32920" h="21338" extrusionOk="0">
                  <a:moveTo>
                    <a:pt x="30366" y="21338"/>
                  </a:moveTo>
                  <a:lnTo>
                    <a:pt x="2585" y="21338"/>
                  </a:lnTo>
                  <a:cubicBezTo>
                    <a:pt x="1156" y="21338"/>
                    <a:pt x="1" y="20183"/>
                    <a:pt x="1" y="18754"/>
                  </a:cubicBezTo>
                  <a:lnTo>
                    <a:pt x="1" y="2553"/>
                  </a:lnTo>
                  <a:cubicBezTo>
                    <a:pt x="1" y="1125"/>
                    <a:pt x="1156" y="0"/>
                    <a:pt x="2585" y="0"/>
                  </a:cubicBezTo>
                  <a:lnTo>
                    <a:pt x="30366" y="0"/>
                  </a:lnTo>
                  <a:cubicBezTo>
                    <a:pt x="31764" y="0"/>
                    <a:pt x="32919" y="1125"/>
                    <a:pt x="32919" y="2553"/>
                  </a:cubicBezTo>
                  <a:lnTo>
                    <a:pt x="32919" y="18754"/>
                  </a:lnTo>
                  <a:cubicBezTo>
                    <a:pt x="32919" y="20183"/>
                    <a:pt x="31764" y="21338"/>
                    <a:pt x="30366" y="21338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9;p49">
              <a:extLst>
                <a:ext uri="{FF2B5EF4-FFF2-40B4-BE49-F238E27FC236}">
                  <a16:creationId xmlns:a16="http://schemas.microsoft.com/office/drawing/2014/main" id="{D87F097A-CF21-D2A9-6B74-3E7828BD5DC9}"/>
                </a:ext>
              </a:extLst>
            </p:cNvPr>
            <p:cNvSpPr/>
            <p:nvPr/>
          </p:nvSpPr>
          <p:spPr>
            <a:xfrm>
              <a:off x="860312" y="2642375"/>
              <a:ext cx="233556" cy="233556"/>
            </a:xfrm>
            <a:custGeom>
              <a:avLst/>
              <a:gdLst/>
              <a:ahLst/>
              <a:cxnLst/>
              <a:rect l="l" t="t" r="r" b="b"/>
              <a:pathLst>
                <a:path w="7691" h="7691" extrusionOk="0">
                  <a:moveTo>
                    <a:pt x="2128" y="0"/>
                  </a:moveTo>
                  <a:cubicBezTo>
                    <a:pt x="973" y="0"/>
                    <a:pt x="1" y="943"/>
                    <a:pt x="1" y="2128"/>
                  </a:cubicBezTo>
                  <a:lnTo>
                    <a:pt x="1" y="5563"/>
                  </a:lnTo>
                  <a:cubicBezTo>
                    <a:pt x="1" y="6718"/>
                    <a:pt x="973" y="7690"/>
                    <a:pt x="2128" y="7690"/>
                  </a:cubicBezTo>
                  <a:lnTo>
                    <a:pt x="5563" y="7690"/>
                  </a:lnTo>
                  <a:cubicBezTo>
                    <a:pt x="6748" y="7690"/>
                    <a:pt x="7691" y="6718"/>
                    <a:pt x="7691" y="5563"/>
                  </a:cubicBezTo>
                  <a:lnTo>
                    <a:pt x="7691" y="2128"/>
                  </a:lnTo>
                  <a:cubicBezTo>
                    <a:pt x="7691" y="943"/>
                    <a:pt x="6748" y="0"/>
                    <a:pt x="5563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20;p49">
              <a:extLst>
                <a:ext uri="{FF2B5EF4-FFF2-40B4-BE49-F238E27FC236}">
                  <a16:creationId xmlns:a16="http://schemas.microsoft.com/office/drawing/2014/main" id="{490343FC-4766-A68C-012E-AF1803923A9F}"/>
                </a:ext>
              </a:extLst>
            </p:cNvPr>
            <p:cNvSpPr/>
            <p:nvPr/>
          </p:nvSpPr>
          <p:spPr>
            <a:xfrm>
              <a:off x="911087" y="2692208"/>
              <a:ext cx="132949" cy="132949"/>
            </a:xfrm>
            <a:custGeom>
              <a:avLst/>
              <a:gdLst/>
              <a:ahLst/>
              <a:cxnLst/>
              <a:rect l="l" t="t" r="r" b="b"/>
              <a:pathLst>
                <a:path w="4378" h="4378" extrusionOk="0">
                  <a:moveTo>
                    <a:pt x="2250" y="4378"/>
                  </a:moveTo>
                  <a:lnTo>
                    <a:pt x="2128" y="4378"/>
                  </a:lnTo>
                  <a:cubicBezTo>
                    <a:pt x="943" y="4378"/>
                    <a:pt x="0" y="3435"/>
                    <a:pt x="0" y="2250"/>
                  </a:cubicBezTo>
                  <a:lnTo>
                    <a:pt x="0" y="2128"/>
                  </a:lnTo>
                  <a:cubicBezTo>
                    <a:pt x="0" y="973"/>
                    <a:pt x="943" y="1"/>
                    <a:pt x="2128" y="1"/>
                  </a:cubicBezTo>
                  <a:lnTo>
                    <a:pt x="2250" y="1"/>
                  </a:lnTo>
                  <a:cubicBezTo>
                    <a:pt x="3435" y="1"/>
                    <a:pt x="4377" y="973"/>
                    <a:pt x="4377" y="2128"/>
                  </a:cubicBezTo>
                  <a:lnTo>
                    <a:pt x="4377" y="2250"/>
                  </a:lnTo>
                  <a:cubicBezTo>
                    <a:pt x="4377" y="3435"/>
                    <a:pt x="3435" y="4378"/>
                    <a:pt x="2250" y="4378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21;p49">
              <a:extLst>
                <a:ext uri="{FF2B5EF4-FFF2-40B4-BE49-F238E27FC236}">
                  <a16:creationId xmlns:a16="http://schemas.microsoft.com/office/drawing/2014/main" id="{B80D3A71-AD65-74B9-BFB6-5E7FCA4EE537}"/>
                </a:ext>
              </a:extLst>
            </p:cNvPr>
            <p:cNvSpPr/>
            <p:nvPr/>
          </p:nvSpPr>
          <p:spPr>
            <a:xfrm>
              <a:off x="1170455" y="2644227"/>
              <a:ext cx="537231" cy="514152"/>
            </a:xfrm>
            <a:custGeom>
              <a:avLst/>
              <a:gdLst/>
              <a:ahLst/>
              <a:cxnLst/>
              <a:rect l="l" t="t" r="r" b="b"/>
              <a:pathLst>
                <a:path w="17691" h="16931" extrusionOk="0">
                  <a:moveTo>
                    <a:pt x="1520" y="0"/>
                  </a:moveTo>
                  <a:cubicBezTo>
                    <a:pt x="700" y="0"/>
                    <a:pt x="0" y="669"/>
                    <a:pt x="0" y="1520"/>
                  </a:cubicBezTo>
                  <a:lnTo>
                    <a:pt x="0" y="15380"/>
                  </a:lnTo>
                  <a:cubicBezTo>
                    <a:pt x="0" y="16231"/>
                    <a:pt x="700" y="16930"/>
                    <a:pt x="1520" y="16930"/>
                  </a:cubicBezTo>
                  <a:lnTo>
                    <a:pt x="16141" y="16930"/>
                  </a:lnTo>
                  <a:cubicBezTo>
                    <a:pt x="16992" y="16930"/>
                    <a:pt x="17691" y="16231"/>
                    <a:pt x="17691" y="15380"/>
                  </a:cubicBezTo>
                  <a:lnTo>
                    <a:pt x="17691" y="1520"/>
                  </a:lnTo>
                  <a:cubicBezTo>
                    <a:pt x="17691" y="669"/>
                    <a:pt x="16992" y="0"/>
                    <a:pt x="1614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22;p49">
              <a:extLst>
                <a:ext uri="{FF2B5EF4-FFF2-40B4-BE49-F238E27FC236}">
                  <a16:creationId xmlns:a16="http://schemas.microsoft.com/office/drawing/2014/main" id="{5E7744B6-C8AE-3AAF-D880-8484299B7FD8}"/>
                </a:ext>
              </a:extLst>
            </p:cNvPr>
            <p:cNvSpPr/>
            <p:nvPr/>
          </p:nvSpPr>
          <p:spPr>
            <a:xfrm>
              <a:off x="1267388" y="2729135"/>
              <a:ext cx="343396" cy="344337"/>
            </a:xfrm>
            <a:custGeom>
              <a:avLst/>
              <a:gdLst/>
              <a:ahLst/>
              <a:cxnLst/>
              <a:rect l="l" t="t" r="r" b="b"/>
              <a:pathLst>
                <a:path w="11308" h="11339" extrusionOk="0">
                  <a:moveTo>
                    <a:pt x="11307" y="5654"/>
                  </a:moveTo>
                  <a:cubicBezTo>
                    <a:pt x="11307" y="8785"/>
                    <a:pt x="8784" y="11338"/>
                    <a:pt x="5654" y="11338"/>
                  </a:cubicBezTo>
                  <a:cubicBezTo>
                    <a:pt x="2523" y="11338"/>
                    <a:pt x="0" y="8785"/>
                    <a:pt x="0" y="5654"/>
                  </a:cubicBezTo>
                  <a:cubicBezTo>
                    <a:pt x="0" y="2523"/>
                    <a:pt x="2523" y="0"/>
                    <a:pt x="5654" y="0"/>
                  </a:cubicBezTo>
                  <a:cubicBezTo>
                    <a:pt x="8784" y="0"/>
                    <a:pt x="11307" y="2523"/>
                    <a:pt x="11307" y="5654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23;p49">
              <a:extLst>
                <a:ext uri="{FF2B5EF4-FFF2-40B4-BE49-F238E27FC236}">
                  <a16:creationId xmlns:a16="http://schemas.microsoft.com/office/drawing/2014/main" id="{A360FDE9-4748-668E-F1EE-586B52D396D8}"/>
                </a:ext>
              </a:extLst>
            </p:cNvPr>
            <p:cNvSpPr/>
            <p:nvPr/>
          </p:nvSpPr>
          <p:spPr>
            <a:xfrm>
              <a:off x="947072" y="2713435"/>
              <a:ext cx="60948" cy="95111"/>
            </a:xfrm>
            <a:custGeom>
              <a:avLst/>
              <a:gdLst/>
              <a:ahLst/>
              <a:cxnLst/>
              <a:rect l="l" t="t" r="r" b="b"/>
              <a:pathLst>
                <a:path w="2007" h="3132" extrusionOk="0">
                  <a:moveTo>
                    <a:pt x="1004" y="396"/>
                  </a:moveTo>
                  <a:cubicBezTo>
                    <a:pt x="1338" y="396"/>
                    <a:pt x="1581" y="669"/>
                    <a:pt x="1581" y="973"/>
                  </a:cubicBezTo>
                  <a:cubicBezTo>
                    <a:pt x="1581" y="1308"/>
                    <a:pt x="1338" y="1581"/>
                    <a:pt x="1004" y="1581"/>
                  </a:cubicBezTo>
                  <a:cubicBezTo>
                    <a:pt x="669" y="1581"/>
                    <a:pt x="426" y="1308"/>
                    <a:pt x="426" y="973"/>
                  </a:cubicBezTo>
                  <a:cubicBezTo>
                    <a:pt x="426" y="669"/>
                    <a:pt x="669" y="396"/>
                    <a:pt x="1004" y="396"/>
                  </a:cubicBezTo>
                  <a:close/>
                  <a:moveTo>
                    <a:pt x="1004" y="1"/>
                  </a:moveTo>
                  <a:cubicBezTo>
                    <a:pt x="457" y="1"/>
                    <a:pt x="31" y="457"/>
                    <a:pt x="31" y="1004"/>
                  </a:cubicBezTo>
                  <a:cubicBezTo>
                    <a:pt x="1" y="1855"/>
                    <a:pt x="1004" y="3132"/>
                    <a:pt x="1004" y="3132"/>
                  </a:cubicBezTo>
                  <a:cubicBezTo>
                    <a:pt x="1004" y="3132"/>
                    <a:pt x="2007" y="1855"/>
                    <a:pt x="2007" y="1004"/>
                  </a:cubicBez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4;p49">
              <a:extLst>
                <a:ext uri="{FF2B5EF4-FFF2-40B4-BE49-F238E27FC236}">
                  <a16:creationId xmlns:a16="http://schemas.microsoft.com/office/drawing/2014/main" id="{914DD7DE-68A7-31E9-7140-60A4EEC9B845}"/>
                </a:ext>
              </a:extLst>
            </p:cNvPr>
            <p:cNvSpPr/>
            <p:nvPr/>
          </p:nvSpPr>
          <p:spPr>
            <a:xfrm>
              <a:off x="860312" y="2926675"/>
              <a:ext cx="233556" cy="233556"/>
            </a:xfrm>
            <a:custGeom>
              <a:avLst/>
              <a:gdLst/>
              <a:ahLst/>
              <a:cxnLst/>
              <a:rect l="l" t="t" r="r" b="b"/>
              <a:pathLst>
                <a:path w="7691" h="7691" extrusionOk="0">
                  <a:moveTo>
                    <a:pt x="2128" y="0"/>
                  </a:moveTo>
                  <a:cubicBezTo>
                    <a:pt x="973" y="0"/>
                    <a:pt x="1" y="942"/>
                    <a:pt x="1" y="2128"/>
                  </a:cubicBezTo>
                  <a:lnTo>
                    <a:pt x="1" y="5563"/>
                  </a:lnTo>
                  <a:cubicBezTo>
                    <a:pt x="1" y="6718"/>
                    <a:pt x="973" y="7690"/>
                    <a:pt x="2128" y="7690"/>
                  </a:cubicBezTo>
                  <a:lnTo>
                    <a:pt x="5563" y="7690"/>
                  </a:lnTo>
                  <a:cubicBezTo>
                    <a:pt x="6748" y="7690"/>
                    <a:pt x="7691" y="6718"/>
                    <a:pt x="7691" y="5563"/>
                  </a:cubicBezTo>
                  <a:lnTo>
                    <a:pt x="7691" y="2128"/>
                  </a:lnTo>
                  <a:cubicBezTo>
                    <a:pt x="7691" y="942"/>
                    <a:pt x="6748" y="0"/>
                    <a:pt x="5563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5;p49">
              <a:extLst>
                <a:ext uri="{FF2B5EF4-FFF2-40B4-BE49-F238E27FC236}">
                  <a16:creationId xmlns:a16="http://schemas.microsoft.com/office/drawing/2014/main" id="{1C9C58A2-C70B-48F0-B497-824B57B06AC3}"/>
                </a:ext>
              </a:extLst>
            </p:cNvPr>
            <p:cNvSpPr/>
            <p:nvPr/>
          </p:nvSpPr>
          <p:spPr>
            <a:xfrm>
              <a:off x="911087" y="2976508"/>
              <a:ext cx="132949" cy="132949"/>
            </a:xfrm>
            <a:custGeom>
              <a:avLst/>
              <a:gdLst/>
              <a:ahLst/>
              <a:cxnLst/>
              <a:rect l="l" t="t" r="r" b="b"/>
              <a:pathLst>
                <a:path w="4378" h="4378" extrusionOk="0">
                  <a:moveTo>
                    <a:pt x="2250" y="4377"/>
                  </a:moveTo>
                  <a:lnTo>
                    <a:pt x="2128" y="4377"/>
                  </a:lnTo>
                  <a:cubicBezTo>
                    <a:pt x="943" y="4377"/>
                    <a:pt x="0" y="3435"/>
                    <a:pt x="0" y="2250"/>
                  </a:cubicBezTo>
                  <a:lnTo>
                    <a:pt x="0" y="2128"/>
                  </a:lnTo>
                  <a:cubicBezTo>
                    <a:pt x="0" y="973"/>
                    <a:pt x="943" y="1"/>
                    <a:pt x="2128" y="1"/>
                  </a:cubicBezTo>
                  <a:lnTo>
                    <a:pt x="2250" y="1"/>
                  </a:lnTo>
                  <a:cubicBezTo>
                    <a:pt x="3435" y="1"/>
                    <a:pt x="4377" y="973"/>
                    <a:pt x="4377" y="2128"/>
                  </a:cubicBezTo>
                  <a:lnTo>
                    <a:pt x="4377" y="2250"/>
                  </a:lnTo>
                  <a:cubicBezTo>
                    <a:pt x="4377" y="3435"/>
                    <a:pt x="3435" y="4377"/>
                    <a:pt x="2250" y="4377"/>
                  </a:cubicBezTo>
                  <a:close/>
                </a:path>
              </a:pathLst>
            </a:custGeom>
            <a:solidFill>
              <a:srgbClr val="FFF1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6;p49">
              <a:extLst>
                <a:ext uri="{FF2B5EF4-FFF2-40B4-BE49-F238E27FC236}">
                  <a16:creationId xmlns:a16="http://schemas.microsoft.com/office/drawing/2014/main" id="{74DB1DA4-3B5E-66B8-016B-5CEE3A68157A}"/>
                </a:ext>
              </a:extLst>
            </p:cNvPr>
            <p:cNvSpPr/>
            <p:nvPr/>
          </p:nvSpPr>
          <p:spPr>
            <a:xfrm>
              <a:off x="1352296" y="2802047"/>
              <a:ext cx="181871" cy="90495"/>
            </a:xfrm>
            <a:custGeom>
              <a:avLst/>
              <a:gdLst/>
              <a:ahLst/>
              <a:cxnLst/>
              <a:rect l="l" t="t" r="r" b="b"/>
              <a:pathLst>
                <a:path w="5989" h="2980" extrusionOk="0">
                  <a:moveTo>
                    <a:pt x="3010" y="1"/>
                  </a:moveTo>
                  <a:lnTo>
                    <a:pt x="0" y="2980"/>
                  </a:lnTo>
                  <a:lnTo>
                    <a:pt x="5988" y="2980"/>
                  </a:lnTo>
                  <a:lnTo>
                    <a:pt x="30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7;p49">
              <a:extLst>
                <a:ext uri="{FF2B5EF4-FFF2-40B4-BE49-F238E27FC236}">
                  <a16:creationId xmlns:a16="http://schemas.microsoft.com/office/drawing/2014/main" id="{BCDA814E-85E5-B550-2D47-FF324DF58BBD}"/>
                </a:ext>
              </a:extLst>
            </p:cNvPr>
            <p:cNvSpPr/>
            <p:nvPr/>
          </p:nvSpPr>
          <p:spPr>
            <a:xfrm>
              <a:off x="1381844" y="2880517"/>
              <a:ext cx="120923" cy="91406"/>
            </a:xfrm>
            <a:custGeom>
              <a:avLst/>
              <a:gdLst/>
              <a:ahLst/>
              <a:cxnLst/>
              <a:rect l="l" t="t" r="r" b="b"/>
              <a:pathLst>
                <a:path w="3982" h="3010" extrusionOk="0">
                  <a:moveTo>
                    <a:pt x="0" y="0"/>
                  </a:moveTo>
                  <a:lnTo>
                    <a:pt x="0" y="3010"/>
                  </a:lnTo>
                  <a:lnTo>
                    <a:pt x="3982" y="3010"/>
                  </a:lnTo>
                  <a:lnTo>
                    <a:pt x="39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8;p49">
              <a:extLst>
                <a:ext uri="{FF2B5EF4-FFF2-40B4-BE49-F238E27FC236}">
                  <a16:creationId xmlns:a16="http://schemas.microsoft.com/office/drawing/2014/main" id="{68A9BA19-5AA5-D0E2-3548-29DD571D4738}"/>
                </a:ext>
              </a:extLst>
            </p:cNvPr>
            <p:cNvSpPr/>
            <p:nvPr/>
          </p:nvSpPr>
          <p:spPr>
            <a:xfrm>
              <a:off x="937840" y="3015288"/>
              <a:ext cx="81263" cy="66474"/>
            </a:xfrm>
            <a:custGeom>
              <a:avLst/>
              <a:gdLst/>
              <a:ahLst/>
              <a:cxnLst/>
              <a:rect l="l" t="t" r="r" b="b"/>
              <a:pathLst>
                <a:path w="2676" h="2189" extrusionOk="0">
                  <a:moveTo>
                    <a:pt x="730" y="0"/>
                  </a:moveTo>
                  <a:cubicBezTo>
                    <a:pt x="335" y="0"/>
                    <a:pt x="1" y="304"/>
                    <a:pt x="1" y="730"/>
                  </a:cubicBezTo>
                  <a:cubicBezTo>
                    <a:pt x="1" y="1429"/>
                    <a:pt x="1338" y="2189"/>
                    <a:pt x="1338" y="2189"/>
                  </a:cubicBezTo>
                  <a:cubicBezTo>
                    <a:pt x="1338" y="2189"/>
                    <a:pt x="2676" y="1459"/>
                    <a:pt x="2676" y="730"/>
                  </a:cubicBezTo>
                  <a:cubicBezTo>
                    <a:pt x="2676" y="304"/>
                    <a:pt x="2341" y="0"/>
                    <a:pt x="1946" y="0"/>
                  </a:cubicBezTo>
                  <a:cubicBezTo>
                    <a:pt x="1703" y="0"/>
                    <a:pt x="1490" y="122"/>
                    <a:pt x="1338" y="304"/>
                  </a:cubicBezTo>
                  <a:cubicBezTo>
                    <a:pt x="1217" y="122"/>
                    <a:pt x="973" y="0"/>
                    <a:pt x="7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Rectangle 2">
            <a:extLst>
              <a:ext uri="{FF2B5EF4-FFF2-40B4-BE49-F238E27FC236}">
                <a16:creationId xmlns:a16="http://schemas.microsoft.com/office/drawing/2014/main" id="{590ECDA6-07E0-EF22-7161-7B8661085D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6873" y="2266911"/>
            <a:ext cx="773641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Interfaces bem projetadas aumentam a aceitação das aplicações.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Melhor usabilidade reduz erros, dúvidas e esforço cognitivo.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UX/UI intuitivo gera satisfação e incentiva uso contínuo.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MZ" altLang="en-MZ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Rectangle 3">
            <a:extLst>
              <a:ext uri="{FF2B5EF4-FFF2-40B4-BE49-F238E27FC236}">
                <a16:creationId xmlns:a16="http://schemas.microsoft.com/office/drawing/2014/main" id="{451BF079-7F27-9AAA-E716-C9DFCB28E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718" y="4744824"/>
            <a:ext cx="882658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Avaliar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influência do design de interface (UX/UI) na aceitação de aplicações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pelos utilizadores.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6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274B7A-EBD1-5B68-298B-4DE7E5625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848" y="904584"/>
            <a:ext cx="655339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40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ra" pitchFamily="2" charset="0"/>
                <a:cs typeface="Sora" pitchFamily="2" charset="0"/>
              </a:rPr>
              <a:t>Objetivos Específicos</a:t>
            </a:r>
            <a:endParaRPr kumimoji="0" lang="en-MZ" altLang="en-MZ" sz="4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ra" pitchFamily="2" charset="0"/>
              <a:cs typeface="Sor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187B2A-9C6E-E001-C56B-7E2663175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8202" y="2577514"/>
            <a:ext cx="5303055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Identificar elementos de UX/UI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Analisar fatores que influenciam aceitação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Relacionar usabilidade e satisfação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Examinar impacto de diferentes abordagens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oogle Shape;393;p41">
            <a:extLst>
              <a:ext uri="{FF2B5EF4-FFF2-40B4-BE49-F238E27FC236}">
                <a16:creationId xmlns:a16="http://schemas.microsoft.com/office/drawing/2014/main" id="{0565779A-187A-87FC-D23E-55A9C1D7E75D}"/>
              </a:ext>
            </a:extLst>
          </p:cNvPr>
          <p:cNvGrpSpPr/>
          <p:nvPr/>
        </p:nvGrpSpPr>
        <p:grpSpPr>
          <a:xfrm>
            <a:off x="8000712" y="1674025"/>
            <a:ext cx="3121440" cy="4412093"/>
            <a:chOff x="5657488" y="365695"/>
            <a:chExt cx="3121440" cy="4412093"/>
          </a:xfrm>
        </p:grpSpPr>
        <p:grpSp>
          <p:nvGrpSpPr>
            <p:cNvPr id="7" name="Google Shape;394;p41">
              <a:extLst>
                <a:ext uri="{FF2B5EF4-FFF2-40B4-BE49-F238E27FC236}">
                  <a16:creationId xmlns:a16="http://schemas.microsoft.com/office/drawing/2014/main" id="{378E11B3-2455-56DE-5EE6-0498A9A8A1CF}"/>
                </a:ext>
              </a:extLst>
            </p:cNvPr>
            <p:cNvGrpSpPr/>
            <p:nvPr/>
          </p:nvGrpSpPr>
          <p:grpSpPr>
            <a:xfrm>
              <a:off x="7161697" y="365695"/>
              <a:ext cx="1617002" cy="1034133"/>
              <a:chOff x="7336713" y="119675"/>
              <a:chExt cx="1756275" cy="1123325"/>
            </a:xfrm>
          </p:grpSpPr>
          <p:sp>
            <p:nvSpPr>
              <p:cNvPr id="55" name="Google Shape;395;p41">
                <a:extLst>
                  <a:ext uri="{FF2B5EF4-FFF2-40B4-BE49-F238E27FC236}">
                    <a16:creationId xmlns:a16="http://schemas.microsoft.com/office/drawing/2014/main" id="{3F81D948-FC9A-D795-74AA-0B5DA680001C}"/>
                  </a:ext>
                </a:extLst>
              </p:cNvPr>
              <p:cNvSpPr/>
              <p:nvPr/>
            </p:nvSpPr>
            <p:spPr>
              <a:xfrm>
                <a:off x="7336713" y="119675"/>
                <a:ext cx="1756275" cy="1123325"/>
              </a:xfrm>
              <a:custGeom>
                <a:avLst/>
                <a:gdLst/>
                <a:ahLst/>
                <a:cxnLst/>
                <a:rect l="l" t="t" r="r" b="b"/>
                <a:pathLst>
                  <a:path w="70251" h="44933" extrusionOk="0">
                    <a:moveTo>
                      <a:pt x="5004" y="1"/>
                    </a:moveTo>
                    <a:cubicBezTo>
                      <a:pt x="2235" y="1"/>
                      <a:pt x="0" y="2236"/>
                      <a:pt x="0" y="5004"/>
                    </a:cubicBezTo>
                    <a:lnTo>
                      <a:pt x="0" y="39929"/>
                    </a:lnTo>
                    <a:cubicBezTo>
                      <a:pt x="0" y="42698"/>
                      <a:pt x="2235" y="44933"/>
                      <a:pt x="5004" y="44933"/>
                    </a:cubicBezTo>
                    <a:lnTo>
                      <a:pt x="65247" y="44933"/>
                    </a:lnTo>
                    <a:cubicBezTo>
                      <a:pt x="68015" y="44933"/>
                      <a:pt x="70250" y="42698"/>
                      <a:pt x="70250" y="39929"/>
                    </a:cubicBezTo>
                    <a:lnTo>
                      <a:pt x="70250" y="5004"/>
                    </a:lnTo>
                    <a:cubicBezTo>
                      <a:pt x="70250" y="2236"/>
                      <a:pt x="68015" y="1"/>
                      <a:pt x="65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" name="Google Shape;396;p41">
                <a:extLst>
                  <a:ext uri="{FF2B5EF4-FFF2-40B4-BE49-F238E27FC236}">
                    <a16:creationId xmlns:a16="http://schemas.microsoft.com/office/drawing/2014/main" id="{CE875ED4-0734-9C15-E333-BC642AD96A3B}"/>
                  </a:ext>
                </a:extLst>
              </p:cNvPr>
              <p:cNvGrpSpPr/>
              <p:nvPr/>
            </p:nvGrpSpPr>
            <p:grpSpPr>
              <a:xfrm>
                <a:off x="7487650" y="261588"/>
                <a:ext cx="1454400" cy="839500"/>
                <a:chOff x="7487638" y="261450"/>
                <a:chExt cx="1454400" cy="839500"/>
              </a:xfrm>
            </p:grpSpPr>
            <p:sp>
              <p:nvSpPr>
                <p:cNvPr id="57" name="Google Shape;397;p41">
                  <a:extLst>
                    <a:ext uri="{FF2B5EF4-FFF2-40B4-BE49-F238E27FC236}">
                      <a16:creationId xmlns:a16="http://schemas.microsoft.com/office/drawing/2014/main" id="{88A293A3-06B1-758C-1ED5-DC2F70AA2106}"/>
                    </a:ext>
                  </a:extLst>
                </p:cNvPr>
                <p:cNvSpPr/>
                <p:nvPr/>
              </p:nvSpPr>
              <p:spPr>
                <a:xfrm>
                  <a:off x="7670263" y="298150"/>
                  <a:ext cx="1089150" cy="3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6" h="1435" extrusionOk="0">
                      <a:moveTo>
                        <a:pt x="735" y="0"/>
                      </a:moveTo>
                      <a:cubicBezTo>
                        <a:pt x="334" y="0"/>
                        <a:pt x="1" y="334"/>
                        <a:pt x="1" y="734"/>
                      </a:cubicBezTo>
                      <a:cubicBezTo>
                        <a:pt x="1" y="1134"/>
                        <a:pt x="334" y="1434"/>
                        <a:pt x="735" y="1434"/>
                      </a:cubicBezTo>
                      <a:lnTo>
                        <a:pt x="42831" y="1434"/>
                      </a:lnTo>
                      <a:cubicBezTo>
                        <a:pt x="43232" y="1434"/>
                        <a:pt x="43565" y="1134"/>
                        <a:pt x="43565" y="734"/>
                      </a:cubicBezTo>
                      <a:cubicBezTo>
                        <a:pt x="43565" y="334"/>
                        <a:pt x="43232" y="0"/>
                        <a:pt x="4283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398;p41">
                  <a:extLst>
                    <a:ext uri="{FF2B5EF4-FFF2-40B4-BE49-F238E27FC236}">
                      <a16:creationId xmlns:a16="http://schemas.microsoft.com/office/drawing/2014/main" id="{4ED67CC1-52DB-A350-E939-E82092BBE8E1}"/>
                    </a:ext>
                  </a:extLst>
                </p:cNvPr>
                <p:cNvSpPr/>
                <p:nvPr/>
              </p:nvSpPr>
              <p:spPr>
                <a:xfrm>
                  <a:off x="8360763" y="261450"/>
                  <a:ext cx="129275" cy="10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1" h="4392" extrusionOk="0">
                      <a:moveTo>
                        <a:pt x="2969" y="0"/>
                      </a:moveTo>
                      <a:cubicBezTo>
                        <a:pt x="1001" y="0"/>
                        <a:pt x="1" y="2369"/>
                        <a:pt x="1402" y="3736"/>
                      </a:cubicBezTo>
                      <a:cubicBezTo>
                        <a:pt x="1844" y="4190"/>
                        <a:pt x="2395" y="4392"/>
                        <a:pt x="2938" y="4392"/>
                      </a:cubicBezTo>
                      <a:cubicBezTo>
                        <a:pt x="4072" y="4392"/>
                        <a:pt x="5171" y="3510"/>
                        <a:pt x="5171" y="2202"/>
                      </a:cubicBezTo>
                      <a:cubicBezTo>
                        <a:pt x="5171" y="968"/>
                        <a:pt x="4170" y="0"/>
                        <a:pt x="296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399;p41">
                  <a:extLst>
                    <a:ext uri="{FF2B5EF4-FFF2-40B4-BE49-F238E27FC236}">
                      <a16:creationId xmlns:a16="http://schemas.microsoft.com/office/drawing/2014/main" id="{413D7B5B-69D8-AC1B-FE78-ADC3144F2FA5}"/>
                    </a:ext>
                  </a:extLst>
                </p:cNvPr>
                <p:cNvSpPr/>
                <p:nvPr/>
              </p:nvSpPr>
              <p:spPr>
                <a:xfrm>
                  <a:off x="7487638" y="3164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400;p41">
                  <a:extLst>
                    <a:ext uri="{FF2B5EF4-FFF2-40B4-BE49-F238E27FC236}">
                      <a16:creationId xmlns:a16="http://schemas.microsoft.com/office/drawing/2014/main" id="{F3FAFD73-A6CD-B10E-8FF1-F673B65CBED9}"/>
                    </a:ext>
                  </a:extLst>
                </p:cNvPr>
                <p:cNvSpPr/>
                <p:nvPr/>
              </p:nvSpPr>
              <p:spPr>
                <a:xfrm>
                  <a:off x="8876963" y="3164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401;p41">
                  <a:extLst>
                    <a:ext uri="{FF2B5EF4-FFF2-40B4-BE49-F238E27FC236}">
                      <a16:creationId xmlns:a16="http://schemas.microsoft.com/office/drawing/2014/main" id="{FC883255-47ED-A9FB-6FB0-F65DCD75E659}"/>
                    </a:ext>
                  </a:extLst>
                </p:cNvPr>
                <p:cNvSpPr/>
                <p:nvPr/>
              </p:nvSpPr>
              <p:spPr>
                <a:xfrm>
                  <a:off x="8876963" y="3164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" name="Google Shape;402;p41">
                  <a:extLst>
                    <a:ext uri="{FF2B5EF4-FFF2-40B4-BE49-F238E27FC236}">
                      <a16:creationId xmlns:a16="http://schemas.microsoft.com/office/drawing/2014/main" id="{2526B506-B35F-C354-1711-B865240AD44F}"/>
                    </a:ext>
                  </a:extLst>
                </p:cNvPr>
                <p:cNvSpPr/>
                <p:nvPr/>
              </p:nvSpPr>
              <p:spPr>
                <a:xfrm>
                  <a:off x="8909488" y="2839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extrusionOk="0">
                      <a:moveTo>
                        <a:pt x="1" y="1"/>
                      </a:moveTo>
                      <a:lnTo>
                        <a:pt x="1" y="2603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403;p41">
                  <a:extLst>
                    <a:ext uri="{FF2B5EF4-FFF2-40B4-BE49-F238E27FC236}">
                      <a16:creationId xmlns:a16="http://schemas.microsoft.com/office/drawing/2014/main" id="{F21397AF-9C4A-08AE-4A51-AF310AEC82DA}"/>
                    </a:ext>
                  </a:extLst>
                </p:cNvPr>
                <p:cNvSpPr/>
                <p:nvPr/>
              </p:nvSpPr>
              <p:spPr>
                <a:xfrm>
                  <a:off x="8909488" y="2839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fill="none" extrusionOk="0">
                      <a:moveTo>
                        <a:pt x="1" y="1"/>
                      </a:moveTo>
                      <a:lnTo>
                        <a:pt x="1" y="2603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" name="Google Shape;404;p41">
                  <a:extLst>
                    <a:ext uri="{FF2B5EF4-FFF2-40B4-BE49-F238E27FC236}">
                      <a16:creationId xmlns:a16="http://schemas.microsoft.com/office/drawing/2014/main" id="{D2ECAD5F-E829-D515-CD90-0586C5B1E941}"/>
                    </a:ext>
                  </a:extLst>
                </p:cNvPr>
                <p:cNvSpPr/>
                <p:nvPr/>
              </p:nvSpPr>
              <p:spPr>
                <a:xfrm>
                  <a:off x="7670263" y="541600"/>
                  <a:ext cx="10891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6" h="1437" extrusionOk="0">
                      <a:moveTo>
                        <a:pt x="680" y="0"/>
                      </a:moveTo>
                      <a:cubicBezTo>
                        <a:pt x="304" y="0"/>
                        <a:pt x="1" y="321"/>
                        <a:pt x="1" y="703"/>
                      </a:cubicBezTo>
                      <a:cubicBezTo>
                        <a:pt x="1" y="1103"/>
                        <a:pt x="334" y="1437"/>
                        <a:pt x="735" y="1437"/>
                      </a:cubicBezTo>
                      <a:lnTo>
                        <a:pt x="42831" y="1437"/>
                      </a:lnTo>
                      <a:cubicBezTo>
                        <a:pt x="43232" y="1437"/>
                        <a:pt x="43565" y="1103"/>
                        <a:pt x="43565" y="703"/>
                      </a:cubicBezTo>
                      <a:cubicBezTo>
                        <a:pt x="43565" y="303"/>
                        <a:pt x="43232" y="2"/>
                        <a:pt x="42831" y="2"/>
                      </a:cubicBezTo>
                      <a:lnTo>
                        <a:pt x="735" y="2"/>
                      </a:lnTo>
                      <a:cubicBezTo>
                        <a:pt x="716" y="1"/>
                        <a:pt x="698" y="0"/>
                        <a:pt x="68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" name="Google Shape;405;p41">
                  <a:extLst>
                    <a:ext uri="{FF2B5EF4-FFF2-40B4-BE49-F238E27FC236}">
                      <a16:creationId xmlns:a16="http://schemas.microsoft.com/office/drawing/2014/main" id="{8E8CFE35-8AD5-235F-E8BC-5160C3A5FE62}"/>
                    </a:ext>
                  </a:extLst>
                </p:cNvPr>
                <p:cNvSpPr/>
                <p:nvPr/>
              </p:nvSpPr>
              <p:spPr>
                <a:xfrm>
                  <a:off x="8065563" y="504125"/>
                  <a:ext cx="128450" cy="11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8" h="4424" extrusionOk="0">
                      <a:moveTo>
                        <a:pt x="2936" y="0"/>
                      </a:moveTo>
                      <a:cubicBezTo>
                        <a:pt x="1001" y="0"/>
                        <a:pt x="0" y="2402"/>
                        <a:pt x="1401" y="3770"/>
                      </a:cubicBezTo>
                      <a:cubicBezTo>
                        <a:pt x="1843" y="4222"/>
                        <a:pt x="2388" y="4424"/>
                        <a:pt x="2925" y="4424"/>
                      </a:cubicBezTo>
                      <a:cubicBezTo>
                        <a:pt x="4051" y="4424"/>
                        <a:pt x="5137" y="3535"/>
                        <a:pt x="5137" y="2202"/>
                      </a:cubicBezTo>
                      <a:cubicBezTo>
                        <a:pt x="5137" y="1001"/>
                        <a:pt x="4170" y="0"/>
                        <a:pt x="29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406;p41">
                  <a:extLst>
                    <a:ext uri="{FF2B5EF4-FFF2-40B4-BE49-F238E27FC236}">
                      <a16:creationId xmlns:a16="http://schemas.microsoft.com/office/drawing/2014/main" id="{E0C3DD61-F177-6C93-3F6A-5E27AC276ACC}"/>
                    </a:ext>
                  </a:extLst>
                </p:cNvPr>
                <p:cNvSpPr/>
                <p:nvPr/>
              </p:nvSpPr>
              <p:spPr>
                <a:xfrm>
                  <a:off x="7487638" y="802658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407;p41">
                  <a:extLst>
                    <a:ext uri="{FF2B5EF4-FFF2-40B4-BE49-F238E27FC236}">
                      <a16:creationId xmlns:a16="http://schemas.microsoft.com/office/drawing/2014/main" id="{62558375-FAEA-286B-EB3A-DB800E732E7A}"/>
                    </a:ext>
                  </a:extLst>
                </p:cNvPr>
                <p:cNvSpPr/>
                <p:nvPr/>
              </p:nvSpPr>
              <p:spPr>
                <a:xfrm>
                  <a:off x="8876963" y="559150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408;p41">
                  <a:extLst>
                    <a:ext uri="{FF2B5EF4-FFF2-40B4-BE49-F238E27FC236}">
                      <a16:creationId xmlns:a16="http://schemas.microsoft.com/office/drawing/2014/main" id="{931F4E9C-4645-E0DB-3283-2968D4C6B874}"/>
                    </a:ext>
                  </a:extLst>
                </p:cNvPr>
                <p:cNvSpPr/>
                <p:nvPr/>
              </p:nvSpPr>
              <p:spPr>
                <a:xfrm>
                  <a:off x="8876963" y="559150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409;p41">
                  <a:extLst>
                    <a:ext uri="{FF2B5EF4-FFF2-40B4-BE49-F238E27FC236}">
                      <a16:creationId xmlns:a16="http://schemas.microsoft.com/office/drawing/2014/main" id="{E0D7AD51-9B1D-E88F-0877-FFDC5EB76E05}"/>
                    </a:ext>
                  </a:extLst>
                </p:cNvPr>
                <p:cNvSpPr/>
                <p:nvPr/>
              </p:nvSpPr>
              <p:spPr>
                <a:xfrm>
                  <a:off x="8909488" y="526625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extrusionOk="0">
                      <a:moveTo>
                        <a:pt x="1" y="1"/>
                      </a:moveTo>
                      <a:lnTo>
                        <a:pt x="1" y="2603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410;p41">
                  <a:extLst>
                    <a:ext uri="{FF2B5EF4-FFF2-40B4-BE49-F238E27FC236}">
                      <a16:creationId xmlns:a16="http://schemas.microsoft.com/office/drawing/2014/main" id="{6A607C01-0C48-8AF7-B70E-B997871B47DF}"/>
                    </a:ext>
                  </a:extLst>
                </p:cNvPr>
                <p:cNvSpPr/>
                <p:nvPr/>
              </p:nvSpPr>
              <p:spPr>
                <a:xfrm>
                  <a:off x="8909488" y="526625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fill="none" extrusionOk="0">
                      <a:moveTo>
                        <a:pt x="1" y="1"/>
                      </a:moveTo>
                      <a:lnTo>
                        <a:pt x="1" y="2603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411;p41">
                  <a:extLst>
                    <a:ext uri="{FF2B5EF4-FFF2-40B4-BE49-F238E27FC236}">
                      <a16:creationId xmlns:a16="http://schemas.microsoft.com/office/drawing/2014/main" id="{3E97CAE4-0E31-6CA1-DF5D-E04F1E17E96E}"/>
                    </a:ext>
                  </a:extLst>
                </p:cNvPr>
                <p:cNvSpPr/>
                <p:nvPr/>
              </p:nvSpPr>
              <p:spPr>
                <a:xfrm>
                  <a:off x="7670263" y="784325"/>
                  <a:ext cx="1089150" cy="3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6" h="1468" extrusionOk="0">
                      <a:moveTo>
                        <a:pt x="735" y="0"/>
                      </a:moveTo>
                      <a:cubicBezTo>
                        <a:pt x="334" y="0"/>
                        <a:pt x="1" y="334"/>
                        <a:pt x="1" y="734"/>
                      </a:cubicBezTo>
                      <a:cubicBezTo>
                        <a:pt x="1" y="1134"/>
                        <a:pt x="334" y="1468"/>
                        <a:pt x="735" y="1468"/>
                      </a:cubicBezTo>
                      <a:lnTo>
                        <a:pt x="42831" y="1468"/>
                      </a:lnTo>
                      <a:cubicBezTo>
                        <a:pt x="43232" y="1468"/>
                        <a:pt x="43565" y="1134"/>
                        <a:pt x="43565" y="734"/>
                      </a:cubicBezTo>
                      <a:cubicBezTo>
                        <a:pt x="43565" y="334"/>
                        <a:pt x="43232" y="0"/>
                        <a:pt x="4283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412;p41">
                  <a:extLst>
                    <a:ext uri="{FF2B5EF4-FFF2-40B4-BE49-F238E27FC236}">
                      <a16:creationId xmlns:a16="http://schemas.microsoft.com/office/drawing/2014/main" id="{1EA6C69C-8A25-C82F-D853-CA3B03861BB7}"/>
                    </a:ext>
                  </a:extLst>
                </p:cNvPr>
                <p:cNvSpPr/>
                <p:nvPr/>
              </p:nvSpPr>
              <p:spPr>
                <a:xfrm>
                  <a:off x="7867913" y="747625"/>
                  <a:ext cx="128450" cy="11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8" h="4410" extrusionOk="0">
                      <a:moveTo>
                        <a:pt x="2936" y="1"/>
                      </a:moveTo>
                      <a:cubicBezTo>
                        <a:pt x="968" y="1"/>
                        <a:pt x="1" y="2369"/>
                        <a:pt x="1368" y="3770"/>
                      </a:cubicBezTo>
                      <a:cubicBezTo>
                        <a:pt x="1820" y="4211"/>
                        <a:pt x="2373" y="4409"/>
                        <a:pt x="2914" y="4409"/>
                      </a:cubicBezTo>
                      <a:cubicBezTo>
                        <a:pt x="4051" y="4409"/>
                        <a:pt x="5138" y="3535"/>
                        <a:pt x="5138" y="2202"/>
                      </a:cubicBezTo>
                      <a:cubicBezTo>
                        <a:pt x="5138" y="1001"/>
                        <a:pt x="4137" y="1"/>
                        <a:pt x="293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413;p41">
                  <a:extLst>
                    <a:ext uri="{FF2B5EF4-FFF2-40B4-BE49-F238E27FC236}">
                      <a16:creationId xmlns:a16="http://schemas.microsoft.com/office/drawing/2014/main" id="{4D997930-784D-E93A-0294-FFF2EFEFCA6C}"/>
                    </a:ext>
                  </a:extLst>
                </p:cNvPr>
                <p:cNvSpPr/>
                <p:nvPr/>
              </p:nvSpPr>
              <p:spPr>
                <a:xfrm>
                  <a:off x="8876963" y="8026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extrusionOk="0">
                      <a:moveTo>
                        <a:pt x="1" y="0"/>
                      </a:moveTo>
                      <a:lnTo>
                        <a:pt x="2603" y="0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414;p41">
                  <a:extLst>
                    <a:ext uri="{FF2B5EF4-FFF2-40B4-BE49-F238E27FC236}">
                      <a16:creationId xmlns:a16="http://schemas.microsoft.com/office/drawing/2014/main" id="{A1068F7E-7A19-2A46-C0A2-F63C782F437C}"/>
                    </a:ext>
                  </a:extLst>
                </p:cNvPr>
                <p:cNvSpPr/>
                <p:nvPr/>
              </p:nvSpPr>
              <p:spPr>
                <a:xfrm>
                  <a:off x="8876963" y="8026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0"/>
                      </a:moveTo>
                      <a:lnTo>
                        <a:pt x="260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415;p41">
                  <a:extLst>
                    <a:ext uri="{FF2B5EF4-FFF2-40B4-BE49-F238E27FC236}">
                      <a16:creationId xmlns:a16="http://schemas.microsoft.com/office/drawing/2014/main" id="{C4531EE5-BC46-8202-CB65-DF785B633DA2}"/>
                    </a:ext>
                  </a:extLst>
                </p:cNvPr>
                <p:cNvSpPr/>
                <p:nvPr/>
              </p:nvSpPr>
              <p:spPr>
                <a:xfrm>
                  <a:off x="8909488" y="7701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extrusionOk="0">
                      <a:moveTo>
                        <a:pt x="1" y="0"/>
                      </a:moveTo>
                      <a:lnTo>
                        <a:pt x="1" y="2602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416;p41">
                  <a:extLst>
                    <a:ext uri="{FF2B5EF4-FFF2-40B4-BE49-F238E27FC236}">
                      <a16:creationId xmlns:a16="http://schemas.microsoft.com/office/drawing/2014/main" id="{E0ADED7D-58E5-B650-01EE-D4DB8FD8E20B}"/>
                    </a:ext>
                  </a:extLst>
                </p:cNvPr>
                <p:cNvSpPr/>
                <p:nvPr/>
              </p:nvSpPr>
              <p:spPr>
                <a:xfrm>
                  <a:off x="8909488" y="7701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fill="none" extrusionOk="0">
                      <a:moveTo>
                        <a:pt x="1" y="0"/>
                      </a:moveTo>
                      <a:lnTo>
                        <a:pt x="1" y="260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417;p41">
                  <a:extLst>
                    <a:ext uri="{FF2B5EF4-FFF2-40B4-BE49-F238E27FC236}">
                      <a16:creationId xmlns:a16="http://schemas.microsoft.com/office/drawing/2014/main" id="{E8A98D4D-9474-1E89-0FAD-3F1CD5058DFA}"/>
                    </a:ext>
                  </a:extLst>
                </p:cNvPr>
                <p:cNvSpPr/>
                <p:nvPr/>
              </p:nvSpPr>
              <p:spPr>
                <a:xfrm>
                  <a:off x="7670263" y="1027825"/>
                  <a:ext cx="1089150" cy="3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6" h="1435" extrusionOk="0">
                      <a:moveTo>
                        <a:pt x="735" y="1"/>
                      </a:moveTo>
                      <a:cubicBezTo>
                        <a:pt x="334" y="1"/>
                        <a:pt x="1" y="334"/>
                        <a:pt x="1" y="734"/>
                      </a:cubicBezTo>
                      <a:cubicBezTo>
                        <a:pt x="1" y="1135"/>
                        <a:pt x="334" y="1435"/>
                        <a:pt x="735" y="1435"/>
                      </a:cubicBezTo>
                      <a:lnTo>
                        <a:pt x="42831" y="1435"/>
                      </a:lnTo>
                      <a:cubicBezTo>
                        <a:pt x="43232" y="1435"/>
                        <a:pt x="43565" y="1135"/>
                        <a:pt x="43565" y="734"/>
                      </a:cubicBezTo>
                      <a:cubicBezTo>
                        <a:pt x="43565" y="334"/>
                        <a:pt x="43232" y="1"/>
                        <a:pt x="428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418;p41">
                  <a:extLst>
                    <a:ext uri="{FF2B5EF4-FFF2-40B4-BE49-F238E27FC236}">
                      <a16:creationId xmlns:a16="http://schemas.microsoft.com/office/drawing/2014/main" id="{458E2068-489B-59DF-DDDA-F34A05E95829}"/>
                    </a:ext>
                  </a:extLst>
                </p:cNvPr>
                <p:cNvSpPr/>
                <p:nvPr/>
              </p:nvSpPr>
              <p:spPr>
                <a:xfrm>
                  <a:off x="8235688" y="991125"/>
                  <a:ext cx="128450" cy="10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8" h="4393" extrusionOk="0">
                      <a:moveTo>
                        <a:pt x="2935" y="1"/>
                      </a:moveTo>
                      <a:cubicBezTo>
                        <a:pt x="967" y="1"/>
                        <a:pt x="0" y="2369"/>
                        <a:pt x="1368" y="3737"/>
                      </a:cubicBezTo>
                      <a:cubicBezTo>
                        <a:pt x="1821" y="4190"/>
                        <a:pt x="2376" y="4392"/>
                        <a:pt x="2919" y="4392"/>
                      </a:cubicBezTo>
                      <a:cubicBezTo>
                        <a:pt x="4054" y="4392"/>
                        <a:pt x="5137" y="3511"/>
                        <a:pt x="5137" y="2202"/>
                      </a:cubicBezTo>
                      <a:cubicBezTo>
                        <a:pt x="5137" y="968"/>
                        <a:pt x="4170" y="1"/>
                        <a:pt x="293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419;p41">
                  <a:extLst>
                    <a:ext uri="{FF2B5EF4-FFF2-40B4-BE49-F238E27FC236}">
                      <a16:creationId xmlns:a16="http://schemas.microsoft.com/office/drawing/2014/main" id="{DC7A6405-9FC0-672D-BED9-0431714634F0}"/>
                    </a:ext>
                  </a:extLst>
                </p:cNvPr>
                <p:cNvSpPr/>
                <p:nvPr/>
              </p:nvSpPr>
              <p:spPr>
                <a:xfrm>
                  <a:off x="8876963" y="10461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extrusionOk="0">
                      <a:moveTo>
                        <a:pt x="1" y="0"/>
                      </a:moveTo>
                      <a:lnTo>
                        <a:pt x="2603" y="0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420;p41">
                  <a:extLst>
                    <a:ext uri="{FF2B5EF4-FFF2-40B4-BE49-F238E27FC236}">
                      <a16:creationId xmlns:a16="http://schemas.microsoft.com/office/drawing/2014/main" id="{C17AC77F-F305-2173-1A96-4278A1819C12}"/>
                    </a:ext>
                  </a:extLst>
                </p:cNvPr>
                <p:cNvSpPr/>
                <p:nvPr/>
              </p:nvSpPr>
              <p:spPr>
                <a:xfrm>
                  <a:off x="8876963" y="1046175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0"/>
                      </a:moveTo>
                      <a:lnTo>
                        <a:pt x="2603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421;p41">
                  <a:extLst>
                    <a:ext uri="{FF2B5EF4-FFF2-40B4-BE49-F238E27FC236}">
                      <a16:creationId xmlns:a16="http://schemas.microsoft.com/office/drawing/2014/main" id="{556933D3-82D5-D24A-035A-BC656345D7F6}"/>
                    </a:ext>
                  </a:extLst>
                </p:cNvPr>
                <p:cNvSpPr/>
                <p:nvPr/>
              </p:nvSpPr>
              <p:spPr>
                <a:xfrm>
                  <a:off x="8909488" y="10136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extrusionOk="0">
                      <a:moveTo>
                        <a:pt x="1" y="1"/>
                      </a:moveTo>
                      <a:lnTo>
                        <a:pt x="1" y="2602"/>
                      </a:lnTo>
                    </a:path>
                  </a:pathLst>
                </a:custGeom>
                <a:solidFill>
                  <a:srgbClr val="0085E7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422;p41">
                  <a:extLst>
                    <a:ext uri="{FF2B5EF4-FFF2-40B4-BE49-F238E27FC236}">
                      <a16:creationId xmlns:a16="http://schemas.microsoft.com/office/drawing/2014/main" id="{DF7C9F99-9FCB-3449-8F68-DAF9BCC1992A}"/>
                    </a:ext>
                  </a:extLst>
                </p:cNvPr>
                <p:cNvSpPr/>
                <p:nvPr/>
              </p:nvSpPr>
              <p:spPr>
                <a:xfrm>
                  <a:off x="8909488" y="1013650"/>
                  <a:ext cx="25" cy="6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603" fill="none" extrusionOk="0">
                      <a:moveTo>
                        <a:pt x="1" y="1"/>
                      </a:moveTo>
                      <a:lnTo>
                        <a:pt x="1" y="2602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423;p41">
                  <a:extLst>
                    <a:ext uri="{FF2B5EF4-FFF2-40B4-BE49-F238E27FC236}">
                      <a16:creationId xmlns:a16="http://schemas.microsoft.com/office/drawing/2014/main" id="{E37AC8B6-CAA8-0229-F093-C055C78C38C8}"/>
                    </a:ext>
                  </a:extLst>
                </p:cNvPr>
                <p:cNvSpPr/>
                <p:nvPr/>
              </p:nvSpPr>
              <p:spPr>
                <a:xfrm>
                  <a:off x="7487638" y="559567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424;p41">
                  <a:extLst>
                    <a:ext uri="{FF2B5EF4-FFF2-40B4-BE49-F238E27FC236}">
                      <a16:creationId xmlns:a16="http://schemas.microsoft.com/office/drawing/2014/main" id="{10D0E3EB-42E7-D9BB-5ADC-51FC0E005D5D}"/>
                    </a:ext>
                  </a:extLst>
                </p:cNvPr>
                <p:cNvSpPr/>
                <p:nvPr/>
              </p:nvSpPr>
              <p:spPr>
                <a:xfrm>
                  <a:off x="7487638" y="1045750"/>
                  <a:ext cx="650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3" h="1" fill="none" extrusionOk="0">
                      <a:moveTo>
                        <a:pt x="1" y="1"/>
                      </a:moveTo>
                      <a:lnTo>
                        <a:pt x="2603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" name="Google Shape;425;p41">
              <a:extLst>
                <a:ext uri="{FF2B5EF4-FFF2-40B4-BE49-F238E27FC236}">
                  <a16:creationId xmlns:a16="http://schemas.microsoft.com/office/drawing/2014/main" id="{C633EB54-5EBC-469D-B7B9-08CFC5C1BD71}"/>
                </a:ext>
              </a:extLst>
            </p:cNvPr>
            <p:cNvGrpSpPr/>
            <p:nvPr/>
          </p:nvGrpSpPr>
          <p:grpSpPr>
            <a:xfrm>
              <a:off x="5657488" y="860177"/>
              <a:ext cx="1869520" cy="3423146"/>
              <a:chOff x="3194125" y="1741700"/>
              <a:chExt cx="1204200" cy="2204925"/>
            </a:xfrm>
          </p:grpSpPr>
          <p:sp>
            <p:nvSpPr>
              <p:cNvPr id="27" name="Google Shape;426;p41">
                <a:extLst>
                  <a:ext uri="{FF2B5EF4-FFF2-40B4-BE49-F238E27FC236}">
                    <a16:creationId xmlns:a16="http://schemas.microsoft.com/office/drawing/2014/main" id="{B4F71A73-B67E-C007-31BC-5EBA273A0D9C}"/>
                  </a:ext>
                </a:extLst>
              </p:cNvPr>
              <p:cNvSpPr/>
              <p:nvPr/>
            </p:nvSpPr>
            <p:spPr>
              <a:xfrm>
                <a:off x="4271550" y="1814250"/>
                <a:ext cx="65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" extrusionOk="0">
                    <a:moveTo>
                      <a:pt x="1" y="0"/>
                    </a:moveTo>
                    <a:lnTo>
                      <a:pt x="2603" y="0"/>
                    </a:lnTo>
                  </a:path>
                </a:pathLst>
              </a:custGeom>
              <a:solidFill>
                <a:srgbClr val="0085E7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427;p41">
                <a:extLst>
                  <a:ext uri="{FF2B5EF4-FFF2-40B4-BE49-F238E27FC236}">
                    <a16:creationId xmlns:a16="http://schemas.microsoft.com/office/drawing/2014/main" id="{88BC2BAF-FBCB-3631-6C8E-2230ABDC182D}"/>
                  </a:ext>
                </a:extLst>
              </p:cNvPr>
              <p:cNvSpPr/>
              <p:nvPr/>
            </p:nvSpPr>
            <p:spPr>
              <a:xfrm>
                <a:off x="4271550" y="1814250"/>
                <a:ext cx="65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" fill="none" extrusionOk="0">
                    <a:moveTo>
                      <a:pt x="1" y="0"/>
                    </a:moveTo>
                    <a:lnTo>
                      <a:pt x="2603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428;p41">
                <a:extLst>
                  <a:ext uri="{FF2B5EF4-FFF2-40B4-BE49-F238E27FC236}">
                    <a16:creationId xmlns:a16="http://schemas.microsoft.com/office/drawing/2014/main" id="{C92C34D5-5E8A-5889-F3BA-ECC60589F727}"/>
                  </a:ext>
                </a:extLst>
              </p:cNvPr>
              <p:cNvSpPr/>
              <p:nvPr/>
            </p:nvSpPr>
            <p:spPr>
              <a:xfrm>
                <a:off x="4271550" y="2057750"/>
                <a:ext cx="65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" extrusionOk="0">
                    <a:moveTo>
                      <a:pt x="1" y="0"/>
                    </a:moveTo>
                    <a:lnTo>
                      <a:pt x="2603" y="0"/>
                    </a:lnTo>
                  </a:path>
                </a:pathLst>
              </a:custGeom>
              <a:solidFill>
                <a:srgbClr val="0085E7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429;p41">
                <a:extLst>
                  <a:ext uri="{FF2B5EF4-FFF2-40B4-BE49-F238E27FC236}">
                    <a16:creationId xmlns:a16="http://schemas.microsoft.com/office/drawing/2014/main" id="{DE2FBA47-1F2F-CDB0-FB89-8CF33BF7A5A8}"/>
                  </a:ext>
                </a:extLst>
              </p:cNvPr>
              <p:cNvSpPr/>
              <p:nvPr/>
            </p:nvSpPr>
            <p:spPr>
              <a:xfrm>
                <a:off x="4271550" y="2057750"/>
                <a:ext cx="650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" fill="none" extrusionOk="0">
                    <a:moveTo>
                      <a:pt x="1" y="0"/>
                    </a:moveTo>
                    <a:lnTo>
                      <a:pt x="2603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430;p41">
                <a:extLst>
                  <a:ext uri="{FF2B5EF4-FFF2-40B4-BE49-F238E27FC236}">
                    <a16:creationId xmlns:a16="http://schemas.microsoft.com/office/drawing/2014/main" id="{663194B1-C5B9-8DC4-558C-431EDF8879A2}"/>
                  </a:ext>
                </a:extLst>
              </p:cNvPr>
              <p:cNvSpPr/>
              <p:nvPr/>
            </p:nvSpPr>
            <p:spPr>
              <a:xfrm>
                <a:off x="3194125" y="1741700"/>
                <a:ext cx="1204200" cy="2204925"/>
              </a:xfrm>
              <a:custGeom>
                <a:avLst/>
                <a:gdLst/>
                <a:ahLst/>
                <a:cxnLst/>
                <a:rect l="l" t="t" r="r" b="b"/>
                <a:pathLst>
                  <a:path w="48168" h="88197" extrusionOk="0">
                    <a:moveTo>
                      <a:pt x="5004" y="0"/>
                    </a:moveTo>
                    <a:cubicBezTo>
                      <a:pt x="2235" y="0"/>
                      <a:pt x="0" y="2235"/>
                      <a:pt x="0" y="5004"/>
                    </a:cubicBezTo>
                    <a:lnTo>
                      <a:pt x="0" y="83193"/>
                    </a:lnTo>
                    <a:cubicBezTo>
                      <a:pt x="0" y="85962"/>
                      <a:pt x="2235" y="88197"/>
                      <a:pt x="5004" y="88197"/>
                    </a:cubicBezTo>
                    <a:lnTo>
                      <a:pt x="43164" y="88197"/>
                    </a:lnTo>
                    <a:cubicBezTo>
                      <a:pt x="45933" y="88197"/>
                      <a:pt x="48168" y="85962"/>
                      <a:pt x="48168" y="83193"/>
                    </a:cubicBezTo>
                    <a:lnTo>
                      <a:pt x="48168" y="5004"/>
                    </a:lnTo>
                    <a:cubicBezTo>
                      <a:pt x="48168" y="2235"/>
                      <a:pt x="45933" y="0"/>
                      <a:pt x="43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31;p41">
                <a:extLst>
                  <a:ext uri="{FF2B5EF4-FFF2-40B4-BE49-F238E27FC236}">
                    <a16:creationId xmlns:a16="http://schemas.microsoft.com/office/drawing/2014/main" id="{B0F91730-A5D3-B96B-8093-8F2D47677BD4}"/>
                  </a:ext>
                </a:extLst>
              </p:cNvPr>
              <p:cNvSpPr/>
              <p:nvPr/>
            </p:nvSpPr>
            <p:spPr>
              <a:xfrm>
                <a:off x="3258325" y="1905975"/>
                <a:ext cx="1075800" cy="1813825"/>
              </a:xfrm>
              <a:custGeom>
                <a:avLst/>
                <a:gdLst/>
                <a:ahLst/>
                <a:cxnLst/>
                <a:rect l="l" t="t" r="r" b="b"/>
                <a:pathLst>
                  <a:path w="43032" h="72553" extrusionOk="0">
                    <a:moveTo>
                      <a:pt x="3203" y="0"/>
                    </a:moveTo>
                    <a:cubicBezTo>
                      <a:pt x="1435" y="0"/>
                      <a:pt x="1" y="1435"/>
                      <a:pt x="1" y="3203"/>
                    </a:cubicBezTo>
                    <a:lnTo>
                      <a:pt x="1" y="69350"/>
                    </a:lnTo>
                    <a:cubicBezTo>
                      <a:pt x="1" y="71118"/>
                      <a:pt x="1435" y="72552"/>
                      <a:pt x="3203" y="72552"/>
                    </a:cubicBezTo>
                    <a:lnTo>
                      <a:pt x="39829" y="72552"/>
                    </a:lnTo>
                    <a:cubicBezTo>
                      <a:pt x="41597" y="72552"/>
                      <a:pt x="43031" y="71118"/>
                      <a:pt x="43031" y="69350"/>
                    </a:cubicBezTo>
                    <a:lnTo>
                      <a:pt x="43031" y="3203"/>
                    </a:lnTo>
                    <a:cubicBezTo>
                      <a:pt x="43031" y="1435"/>
                      <a:pt x="41597" y="0"/>
                      <a:pt x="398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32;p41">
                <a:extLst>
                  <a:ext uri="{FF2B5EF4-FFF2-40B4-BE49-F238E27FC236}">
                    <a16:creationId xmlns:a16="http://schemas.microsoft.com/office/drawing/2014/main" id="{30918EAC-BDA5-D7AA-8C18-9E91627CBA1B}"/>
                  </a:ext>
                </a:extLst>
              </p:cNvPr>
              <p:cNvSpPr/>
              <p:nvPr/>
            </p:nvSpPr>
            <p:spPr>
              <a:xfrm>
                <a:off x="3568550" y="1809225"/>
                <a:ext cx="455350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18214" h="1803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2"/>
                    </a:cubicBezTo>
                    <a:cubicBezTo>
                      <a:pt x="1" y="1402"/>
                      <a:pt x="368" y="1802"/>
                      <a:pt x="868" y="1802"/>
                    </a:cubicBezTo>
                    <a:lnTo>
                      <a:pt x="17346" y="1802"/>
                    </a:lnTo>
                    <a:cubicBezTo>
                      <a:pt x="17847" y="1802"/>
                      <a:pt x="18214" y="1402"/>
                      <a:pt x="18214" y="902"/>
                    </a:cubicBezTo>
                    <a:cubicBezTo>
                      <a:pt x="18214" y="401"/>
                      <a:pt x="17847" y="1"/>
                      <a:pt x="173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433;p41">
                <a:extLst>
                  <a:ext uri="{FF2B5EF4-FFF2-40B4-BE49-F238E27FC236}">
                    <a16:creationId xmlns:a16="http://schemas.microsoft.com/office/drawing/2014/main" id="{25241DF0-5C6F-4FBF-F227-0B4EDD202118}"/>
                  </a:ext>
                </a:extLst>
              </p:cNvPr>
              <p:cNvSpPr/>
              <p:nvPr/>
            </p:nvSpPr>
            <p:spPr>
              <a:xfrm>
                <a:off x="3735350" y="3783150"/>
                <a:ext cx="105925" cy="90850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3634" extrusionOk="0">
                    <a:moveTo>
                      <a:pt x="2435" y="1"/>
                    </a:moveTo>
                    <a:cubicBezTo>
                      <a:pt x="834" y="1"/>
                      <a:pt x="0" y="1935"/>
                      <a:pt x="1168" y="3103"/>
                    </a:cubicBezTo>
                    <a:cubicBezTo>
                      <a:pt x="1534" y="3469"/>
                      <a:pt x="1983" y="3633"/>
                      <a:pt x="2424" y="3633"/>
                    </a:cubicBezTo>
                    <a:cubicBezTo>
                      <a:pt x="3349" y="3633"/>
                      <a:pt x="4236" y="2909"/>
                      <a:pt x="4236" y="1802"/>
                    </a:cubicBezTo>
                    <a:cubicBezTo>
                      <a:pt x="4236" y="801"/>
                      <a:pt x="3436" y="1"/>
                      <a:pt x="24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434;p41">
                <a:extLst>
                  <a:ext uri="{FF2B5EF4-FFF2-40B4-BE49-F238E27FC236}">
                    <a16:creationId xmlns:a16="http://schemas.microsoft.com/office/drawing/2014/main" id="{141AE2B1-0421-3B4A-5500-33AA9361CF33}"/>
                  </a:ext>
                </a:extLst>
              </p:cNvPr>
              <p:cNvSpPr/>
              <p:nvPr/>
            </p:nvSpPr>
            <p:spPr>
              <a:xfrm>
                <a:off x="3455150" y="3794000"/>
                <a:ext cx="64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" extrusionOk="0">
                    <a:moveTo>
                      <a:pt x="0" y="0"/>
                    </a:moveTo>
                    <a:lnTo>
                      <a:pt x="2569" y="0"/>
                    </a:lnTo>
                  </a:path>
                </a:pathLst>
              </a:custGeom>
              <a:solidFill>
                <a:srgbClr val="EDF6F7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435;p41">
                <a:extLst>
                  <a:ext uri="{FF2B5EF4-FFF2-40B4-BE49-F238E27FC236}">
                    <a16:creationId xmlns:a16="http://schemas.microsoft.com/office/drawing/2014/main" id="{CB6C0F10-950E-3378-7017-4B050BA7B0BE}"/>
                  </a:ext>
                </a:extLst>
              </p:cNvPr>
              <p:cNvSpPr/>
              <p:nvPr/>
            </p:nvSpPr>
            <p:spPr>
              <a:xfrm>
                <a:off x="3455150" y="3794000"/>
                <a:ext cx="64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" fill="none" extrusionOk="0">
                    <a:moveTo>
                      <a:pt x="0" y="0"/>
                    </a:moveTo>
                    <a:lnTo>
                      <a:pt x="2569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436;p41">
                <a:extLst>
                  <a:ext uri="{FF2B5EF4-FFF2-40B4-BE49-F238E27FC236}">
                    <a16:creationId xmlns:a16="http://schemas.microsoft.com/office/drawing/2014/main" id="{CC6F143F-C4BD-C44C-04F7-B12FA0C2AE6F}"/>
                  </a:ext>
                </a:extLst>
              </p:cNvPr>
              <p:cNvSpPr/>
              <p:nvPr/>
            </p:nvSpPr>
            <p:spPr>
              <a:xfrm>
                <a:off x="3455150" y="3828175"/>
                <a:ext cx="64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" extrusionOk="0">
                    <a:moveTo>
                      <a:pt x="0" y="1"/>
                    </a:moveTo>
                    <a:lnTo>
                      <a:pt x="2569" y="1"/>
                    </a:lnTo>
                  </a:path>
                </a:pathLst>
              </a:custGeom>
              <a:solidFill>
                <a:srgbClr val="EDF6F7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437;p41">
                <a:extLst>
                  <a:ext uri="{FF2B5EF4-FFF2-40B4-BE49-F238E27FC236}">
                    <a16:creationId xmlns:a16="http://schemas.microsoft.com/office/drawing/2014/main" id="{3FC67691-7F60-47DF-CCDF-86F88233B9BD}"/>
                  </a:ext>
                </a:extLst>
              </p:cNvPr>
              <p:cNvSpPr/>
              <p:nvPr/>
            </p:nvSpPr>
            <p:spPr>
              <a:xfrm>
                <a:off x="3455150" y="3828175"/>
                <a:ext cx="642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" fill="none" extrusionOk="0">
                    <a:moveTo>
                      <a:pt x="0" y="1"/>
                    </a:moveTo>
                    <a:lnTo>
                      <a:pt x="2569" y="1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438;p41">
                <a:extLst>
                  <a:ext uri="{FF2B5EF4-FFF2-40B4-BE49-F238E27FC236}">
                    <a16:creationId xmlns:a16="http://schemas.microsoft.com/office/drawing/2014/main" id="{5DC83589-6882-7839-48C5-454E40C65BE8}"/>
                  </a:ext>
                </a:extLst>
              </p:cNvPr>
              <p:cNvSpPr/>
              <p:nvPr/>
            </p:nvSpPr>
            <p:spPr>
              <a:xfrm>
                <a:off x="4071400" y="3783150"/>
                <a:ext cx="65925" cy="90100"/>
              </a:xfrm>
              <a:custGeom>
                <a:avLst/>
                <a:gdLst/>
                <a:ahLst/>
                <a:cxnLst/>
                <a:rect l="l" t="t" r="r" b="b"/>
                <a:pathLst>
                  <a:path w="2637" h="3604" extrusionOk="0">
                    <a:moveTo>
                      <a:pt x="1" y="1"/>
                    </a:moveTo>
                    <a:lnTo>
                      <a:pt x="1" y="3603"/>
                    </a:lnTo>
                    <a:lnTo>
                      <a:pt x="2636" y="180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39;p41">
                <a:extLst>
                  <a:ext uri="{FF2B5EF4-FFF2-40B4-BE49-F238E27FC236}">
                    <a16:creationId xmlns:a16="http://schemas.microsoft.com/office/drawing/2014/main" id="{EC6F0B8B-7088-B52C-F23E-AF88C052231A}"/>
                  </a:ext>
                </a:extLst>
              </p:cNvPr>
              <p:cNvSpPr/>
              <p:nvPr/>
            </p:nvSpPr>
            <p:spPr>
              <a:xfrm>
                <a:off x="3345900" y="334200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0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0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40;p41">
                <a:extLst>
                  <a:ext uri="{FF2B5EF4-FFF2-40B4-BE49-F238E27FC236}">
                    <a16:creationId xmlns:a16="http://schemas.microsoft.com/office/drawing/2014/main" id="{69B3A68B-7415-A5EB-2520-2DB8A3621396}"/>
                  </a:ext>
                </a:extLst>
              </p:cNvPr>
              <p:cNvSpPr/>
              <p:nvPr/>
            </p:nvSpPr>
            <p:spPr>
              <a:xfrm>
                <a:off x="3667800" y="334200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0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0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41;p41">
                <a:extLst>
                  <a:ext uri="{FF2B5EF4-FFF2-40B4-BE49-F238E27FC236}">
                    <a16:creationId xmlns:a16="http://schemas.microsoft.com/office/drawing/2014/main" id="{29866106-146E-5DC0-0FA8-0AD070493041}"/>
                  </a:ext>
                </a:extLst>
              </p:cNvPr>
              <p:cNvSpPr/>
              <p:nvPr/>
            </p:nvSpPr>
            <p:spPr>
              <a:xfrm>
                <a:off x="3989675" y="334200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6" y="1"/>
                    </a:moveTo>
                    <a:cubicBezTo>
                      <a:pt x="1035" y="1"/>
                      <a:pt x="1" y="1068"/>
                      <a:pt x="1" y="2369"/>
                    </a:cubicBezTo>
                    <a:lnTo>
                      <a:pt x="1" y="7940"/>
                    </a:lnTo>
                    <a:cubicBezTo>
                      <a:pt x="1" y="9240"/>
                      <a:pt x="1035" y="10275"/>
                      <a:pt x="2336" y="10275"/>
                    </a:cubicBezTo>
                    <a:lnTo>
                      <a:pt x="7940" y="10275"/>
                    </a:lnTo>
                    <a:cubicBezTo>
                      <a:pt x="9241" y="10275"/>
                      <a:pt x="10275" y="9240"/>
                      <a:pt x="10275" y="7940"/>
                    </a:cubicBezTo>
                    <a:lnTo>
                      <a:pt x="10275" y="2369"/>
                    </a:lnTo>
                    <a:cubicBezTo>
                      <a:pt x="10275" y="1068"/>
                      <a:pt x="9241" y="1"/>
                      <a:pt x="79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42;p41">
                <a:extLst>
                  <a:ext uri="{FF2B5EF4-FFF2-40B4-BE49-F238E27FC236}">
                    <a16:creationId xmlns:a16="http://schemas.microsoft.com/office/drawing/2014/main" id="{D9B50F04-8EED-2E94-4C51-55D3CE8E762F}"/>
                  </a:ext>
                </a:extLst>
              </p:cNvPr>
              <p:cNvSpPr/>
              <p:nvPr/>
            </p:nvSpPr>
            <p:spPr>
              <a:xfrm>
                <a:off x="3345900" y="3013425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35"/>
                      <a:pt x="0" y="2336"/>
                    </a:cubicBezTo>
                    <a:lnTo>
                      <a:pt x="0" y="7940"/>
                    </a:lnTo>
                    <a:cubicBezTo>
                      <a:pt x="0" y="9241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1"/>
                      <a:pt x="10274" y="7940"/>
                    </a:cubicBezTo>
                    <a:lnTo>
                      <a:pt x="10274" y="2336"/>
                    </a:lnTo>
                    <a:cubicBezTo>
                      <a:pt x="10274" y="1035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3;p41">
                <a:extLst>
                  <a:ext uri="{FF2B5EF4-FFF2-40B4-BE49-F238E27FC236}">
                    <a16:creationId xmlns:a16="http://schemas.microsoft.com/office/drawing/2014/main" id="{24E49E28-4FF9-1D3F-6DBF-AA46CF906530}"/>
                  </a:ext>
                </a:extLst>
              </p:cNvPr>
              <p:cNvSpPr/>
              <p:nvPr/>
            </p:nvSpPr>
            <p:spPr>
              <a:xfrm>
                <a:off x="3667800" y="3013425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35"/>
                      <a:pt x="0" y="2336"/>
                    </a:cubicBezTo>
                    <a:lnTo>
                      <a:pt x="0" y="7940"/>
                    </a:lnTo>
                    <a:cubicBezTo>
                      <a:pt x="0" y="9241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1"/>
                      <a:pt x="10274" y="7940"/>
                    </a:cubicBezTo>
                    <a:lnTo>
                      <a:pt x="10274" y="2336"/>
                    </a:lnTo>
                    <a:cubicBezTo>
                      <a:pt x="10274" y="1035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44;p41">
                <a:extLst>
                  <a:ext uri="{FF2B5EF4-FFF2-40B4-BE49-F238E27FC236}">
                    <a16:creationId xmlns:a16="http://schemas.microsoft.com/office/drawing/2014/main" id="{119D6263-7B91-BA75-CA63-F980C6F3A4CC}"/>
                  </a:ext>
                </a:extLst>
              </p:cNvPr>
              <p:cNvSpPr/>
              <p:nvPr/>
            </p:nvSpPr>
            <p:spPr>
              <a:xfrm>
                <a:off x="3989675" y="3013425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6" y="1"/>
                    </a:moveTo>
                    <a:cubicBezTo>
                      <a:pt x="1035" y="1"/>
                      <a:pt x="1" y="1035"/>
                      <a:pt x="1" y="2336"/>
                    </a:cubicBezTo>
                    <a:lnTo>
                      <a:pt x="1" y="7940"/>
                    </a:lnTo>
                    <a:cubicBezTo>
                      <a:pt x="1" y="9241"/>
                      <a:pt x="1035" y="10275"/>
                      <a:pt x="2336" y="10275"/>
                    </a:cubicBezTo>
                    <a:lnTo>
                      <a:pt x="7940" y="10275"/>
                    </a:lnTo>
                    <a:cubicBezTo>
                      <a:pt x="9241" y="10275"/>
                      <a:pt x="10275" y="9241"/>
                      <a:pt x="10275" y="7940"/>
                    </a:cubicBezTo>
                    <a:lnTo>
                      <a:pt x="10275" y="2336"/>
                    </a:lnTo>
                    <a:cubicBezTo>
                      <a:pt x="10275" y="1035"/>
                      <a:pt x="9241" y="1"/>
                      <a:pt x="79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45;p41">
                <a:extLst>
                  <a:ext uri="{FF2B5EF4-FFF2-40B4-BE49-F238E27FC236}">
                    <a16:creationId xmlns:a16="http://schemas.microsoft.com/office/drawing/2014/main" id="{DE4551E0-50BB-B741-890B-104E62266D96}"/>
                  </a:ext>
                </a:extLst>
              </p:cNvPr>
              <p:cNvSpPr/>
              <p:nvPr/>
            </p:nvSpPr>
            <p:spPr>
              <a:xfrm>
                <a:off x="3345900" y="2684025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308"/>
                      <a:pt x="2335" y="10308"/>
                    </a:cubicBezTo>
                    <a:lnTo>
                      <a:pt x="7939" y="10308"/>
                    </a:lnTo>
                    <a:cubicBezTo>
                      <a:pt x="9240" y="10308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46;p41">
                <a:extLst>
                  <a:ext uri="{FF2B5EF4-FFF2-40B4-BE49-F238E27FC236}">
                    <a16:creationId xmlns:a16="http://schemas.microsoft.com/office/drawing/2014/main" id="{2CF6B42F-4BF3-BB21-2574-2254EE2EAB46}"/>
                  </a:ext>
                </a:extLst>
              </p:cNvPr>
              <p:cNvSpPr/>
              <p:nvPr/>
            </p:nvSpPr>
            <p:spPr>
              <a:xfrm>
                <a:off x="3667800" y="2684025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308"/>
                      <a:pt x="2335" y="10308"/>
                    </a:cubicBezTo>
                    <a:lnTo>
                      <a:pt x="7939" y="10308"/>
                    </a:lnTo>
                    <a:cubicBezTo>
                      <a:pt x="9240" y="10308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47;p41">
                <a:extLst>
                  <a:ext uri="{FF2B5EF4-FFF2-40B4-BE49-F238E27FC236}">
                    <a16:creationId xmlns:a16="http://schemas.microsoft.com/office/drawing/2014/main" id="{1F497A51-3FB2-ACB7-B6A8-E966F2F1D002}"/>
                  </a:ext>
                </a:extLst>
              </p:cNvPr>
              <p:cNvSpPr/>
              <p:nvPr/>
            </p:nvSpPr>
            <p:spPr>
              <a:xfrm>
                <a:off x="3989675" y="2684025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6" y="1"/>
                    </a:moveTo>
                    <a:cubicBezTo>
                      <a:pt x="1035" y="1"/>
                      <a:pt x="1" y="1068"/>
                      <a:pt x="1" y="2369"/>
                    </a:cubicBezTo>
                    <a:lnTo>
                      <a:pt x="1" y="7940"/>
                    </a:lnTo>
                    <a:cubicBezTo>
                      <a:pt x="1" y="9241"/>
                      <a:pt x="1035" y="10308"/>
                      <a:pt x="2336" y="10308"/>
                    </a:cubicBezTo>
                    <a:lnTo>
                      <a:pt x="7940" y="10308"/>
                    </a:lnTo>
                    <a:cubicBezTo>
                      <a:pt x="9241" y="10308"/>
                      <a:pt x="10275" y="9241"/>
                      <a:pt x="10275" y="7940"/>
                    </a:cubicBezTo>
                    <a:lnTo>
                      <a:pt x="10275" y="2369"/>
                    </a:lnTo>
                    <a:cubicBezTo>
                      <a:pt x="10275" y="1068"/>
                      <a:pt x="9241" y="1"/>
                      <a:pt x="7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48;p41">
                <a:extLst>
                  <a:ext uri="{FF2B5EF4-FFF2-40B4-BE49-F238E27FC236}">
                    <a16:creationId xmlns:a16="http://schemas.microsoft.com/office/drawing/2014/main" id="{E13CB1C1-B587-B8CE-706A-75876C1B760E}"/>
                  </a:ext>
                </a:extLst>
              </p:cNvPr>
              <p:cNvSpPr/>
              <p:nvPr/>
            </p:nvSpPr>
            <p:spPr>
              <a:xfrm>
                <a:off x="3345900" y="235545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35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35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449;p41">
                <a:extLst>
                  <a:ext uri="{FF2B5EF4-FFF2-40B4-BE49-F238E27FC236}">
                    <a16:creationId xmlns:a16="http://schemas.microsoft.com/office/drawing/2014/main" id="{922D9108-E495-F4FF-D50D-59EA969CC109}"/>
                  </a:ext>
                </a:extLst>
              </p:cNvPr>
              <p:cNvSpPr/>
              <p:nvPr/>
            </p:nvSpPr>
            <p:spPr>
              <a:xfrm>
                <a:off x="3667800" y="235545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5" y="1"/>
                    </a:moveTo>
                    <a:cubicBezTo>
                      <a:pt x="1034" y="1"/>
                      <a:pt x="0" y="1035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275"/>
                      <a:pt x="2335" y="10275"/>
                    </a:cubicBezTo>
                    <a:lnTo>
                      <a:pt x="7939" y="10275"/>
                    </a:lnTo>
                    <a:cubicBezTo>
                      <a:pt x="9240" y="10275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35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450;p41">
                <a:extLst>
                  <a:ext uri="{FF2B5EF4-FFF2-40B4-BE49-F238E27FC236}">
                    <a16:creationId xmlns:a16="http://schemas.microsoft.com/office/drawing/2014/main" id="{8AC569B5-0439-C4D4-FD0F-9455CE6FCD84}"/>
                  </a:ext>
                </a:extLst>
              </p:cNvPr>
              <p:cNvSpPr/>
              <p:nvPr/>
            </p:nvSpPr>
            <p:spPr>
              <a:xfrm>
                <a:off x="3989675" y="2355450"/>
                <a:ext cx="256875" cy="25687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275" extrusionOk="0">
                    <a:moveTo>
                      <a:pt x="2336" y="1"/>
                    </a:moveTo>
                    <a:cubicBezTo>
                      <a:pt x="1035" y="1"/>
                      <a:pt x="1" y="1035"/>
                      <a:pt x="1" y="2369"/>
                    </a:cubicBezTo>
                    <a:lnTo>
                      <a:pt x="1" y="7940"/>
                    </a:lnTo>
                    <a:cubicBezTo>
                      <a:pt x="1" y="9241"/>
                      <a:pt x="1035" y="10275"/>
                      <a:pt x="2336" y="10275"/>
                    </a:cubicBezTo>
                    <a:lnTo>
                      <a:pt x="7940" y="10275"/>
                    </a:lnTo>
                    <a:cubicBezTo>
                      <a:pt x="9241" y="10275"/>
                      <a:pt x="10275" y="9241"/>
                      <a:pt x="10275" y="7940"/>
                    </a:cubicBezTo>
                    <a:lnTo>
                      <a:pt x="10275" y="2369"/>
                    </a:lnTo>
                    <a:cubicBezTo>
                      <a:pt x="10275" y="1035"/>
                      <a:pt x="9241" y="1"/>
                      <a:pt x="79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451;p41">
                <a:extLst>
                  <a:ext uri="{FF2B5EF4-FFF2-40B4-BE49-F238E27FC236}">
                    <a16:creationId xmlns:a16="http://schemas.microsoft.com/office/drawing/2014/main" id="{FDB0E041-CCDF-9380-762F-DD9ABF9D24BF}"/>
                  </a:ext>
                </a:extLst>
              </p:cNvPr>
              <p:cNvSpPr/>
              <p:nvPr/>
            </p:nvSpPr>
            <p:spPr>
              <a:xfrm>
                <a:off x="3345900" y="2026050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308"/>
                      <a:pt x="2335" y="10308"/>
                    </a:cubicBezTo>
                    <a:lnTo>
                      <a:pt x="7939" y="10308"/>
                    </a:lnTo>
                    <a:cubicBezTo>
                      <a:pt x="9240" y="10308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452;p41">
                <a:extLst>
                  <a:ext uri="{FF2B5EF4-FFF2-40B4-BE49-F238E27FC236}">
                    <a16:creationId xmlns:a16="http://schemas.microsoft.com/office/drawing/2014/main" id="{2A08FDB9-5D2B-DB0C-6FC1-2FF84E62E5D0}"/>
                  </a:ext>
                </a:extLst>
              </p:cNvPr>
              <p:cNvSpPr/>
              <p:nvPr/>
            </p:nvSpPr>
            <p:spPr>
              <a:xfrm>
                <a:off x="3667800" y="2026050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5" y="1"/>
                    </a:moveTo>
                    <a:cubicBezTo>
                      <a:pt x="1034" y="1"/>
                      <a:pt x="0" y="1068"/>
                      <a:pt x="0" y="2369"/>
                    </a:cubicBezTo>
                    <a:lnTo>
                      <a:pt x="0" y="7940"/>
                    </a:lnTo>
                    <a:cubicBezTo>
                      <a:pt x="0" y="9241"/>
                      <a:pt x="1034" y="10308"/>
                      <a:pt x="2335" y="10308"/>
                    </a:cubicBezTo>
                    <a:lnTo>
                      <a:pt x="7939" y="10308"/>
                    </a:lnTo>
                    <a:cubicBezTo>
                      <a:pt x="9240" y="10308"/>
                      <a:pt x="10274" y="9241"/>
                      <a:pt x="10274" y="7940"/>
                    </a:cubicBezTo>
                    <a:lnTo>
                      <a:pt x="10274" y="2369"/>
                    </a:lnTo>
                    <a:cubicBezTo>
                      <a:pt x="10274" y="1068"/>
                      <a:pt x="9240" y="1"/>
                      <a:pt x="79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453;p41">
                <a:extLst>
                  <a:ext uri="{FF2B5EF4-FFF2-40B4-BE49-F238E27FC236}">
                    <a16:creationId xmlns:a16="http://schemas.microsoft.com/office/drawing/2014/main" id="{F5AD995E-8067-2C1D-ABBE-A4CDF6BD7981}"/>
                  </a:ext>
                </a:extLst>
              </p:cNvPr>
              <p:cNvSpPr/>
              <p:nvPr/>
            </p:nvSpPr>
            <p:spPr>
              <a:xfrm>
                <a:off x="3989675" y="2026050"/>
                <a:ext cx="256875" cy="257725"/>
              </a:xfrm>
              <a:custGeom>
                <a:avLst/>
                <a:gdLst/>
                <a:ahLst/>
                <a:cxnLst/>
                <a:rect l="l" t="t" r="r" b="b"/>
                <a:pathLst>
                  <a:path w="10275" h="10309" extrusionOk="0">
                    <a:moveTo>
                      <a:pt x="2336" y="1"/>
                    </a:moveTo>
                    <a:cubicBezTo>
                      <a:pt x="1035" y="1"/>
                      <a:pt x="1" y="1068"/>
                      <a:pt x="1" y="2369"/>
                    </a:cubicBezTo>
                    <a:lnTo>
                      <a:pt x="1" y="7940"/>
                    </a:lnTo>
                    <a:cubicBezTo>
                      <a:pt x="1" y="9241"/>
                      <a:pt x="1035" y="10308"/>
                      <a:pt x="2336" y="10308"/>
                    </a:cubicBezTo>
                    <a:lnTo>
                      <a:pt x="7940" y="10308"/>
                    </a:lnTo>
                    <a:cubicBezTo>
                      <a:pt x="9241" y="10308"/>
                      <a:pt x="10275" y="9241"/>
                      <a:pt x="10275" y="7940"/>
                    </a:cubicBezTo>
                    <a:lnTo>
                      <a:pt x="10275" y="2369"/>
                    </a:lnTo>
                    <a:cubicBezTo>
                      <a:pt x="10275" y="1068"/>
                      <a:pt x="9241" y="1"/>
                      <a:pt x="79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454;p41">
              <a:extLst>
                <a:ext uri="{FF2B5EF4-FFF2-40B4-BE49-F238E27FC236}">
                  <a16:creationId xmlns:a16="http://schemas.microsoft.com/office/drawing/2014/main" id="{5659B5F5-1D66-4A7B-2EA2-A763B24B75DC}"/>
                </a:ext>
              </a:extLst>
            </p:cNvPr>
            <p:cNvGrpSpPr/>
            <p:nvPr/>
          </p:nvGrpSpPr>
          <p:grpSpPr>
            <a:xfrm>
              <a:off x="7974742" y="3946863"/>
              <a:ext cx="624625" cy="830925"/>
              <a:chOff x="4863650" y="3815375"/>
              <a:chExt cx="624625" cy="830925"/>
            </a:xfrm>
          </p:grpSpPr>
          <p:sp>
            <p:nvSpPr>
              <p:cNvPr id="20" name="Google Shape;455;p41">
                <a:extLst>
                  <a:ext uri="{FF2B5EF4-FFF2-40B4-BE49-F238E27FC236}">
                    <a16:creationId xmlns:a16="http://schemas.microsoft.com/office/drawing/2014/main" id="{379A7BA2-4162-F306-2E37-2931F8CACF2D}"/>
                  </a:ext>
                </a:extLst>
              </p:cNvPr>
              <p:cNvSpPr/>
              <p:nvPr/>
            </p:nvSpPr>
            <p:spPr>
              <a:xfrm>
                <a:off x="5086300" y="4421100"/>
                <a:ext cx="236875" cy="180150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7206" extrusionOk="0">
                    <a:moveTo>
                      <a:pt x="835" y="1"/>
                    </a:moveTo>
                    <a:cubicBezTo>
                      <a:pt x="301" y="468"/>
                      <a:pt x="1" y="1102"/>
                      <a:pt x="34" y="1802"/>
                    </a:cubicBezTo>
                    <a:lnTo>
                      <a:pt x="34" y="4871"/>
                    </a:lnTo>
                    <a:cubicBezTo>
                      <a:pt x="34" y="6172"/>
                      <a:pt x="1068" y="7206"/>
                      <a:pt x="2369" y="7206"/>
                    </a:cubicBezTo>
                    <a:lnTo>
                      <a:pt x="7106" y="7206"/>
                    </a:lnTo>
                    <a:cubicBezTo>
                      <a:pt x="8407" y="7206"/>
                      <a:pt x="9474" y="6172"/>
                      <a:pt x="9474" y="4871"/>
                    </a:cubicBezTo>
                    <a:lnTo>
                      <a:pt x="9474" y="1802"/>
                    </a:lnTo>
                    <a:cubicBezTo>
                      <a:pt x="9474" y="1102"/>
                      <a:pt x="9174" y="468"/>
                      <a:pt x="86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56;p41">
                <a:extLst>
                  <a:ext uri="{FF2B5EF4-FFF2-40B4-BE49-F238E27FC236}">
                    <a16:creationId xmlns:a16="http://schemas.microsoft.com/office/drawing/2014/main" id="{FEC3EEEF-6237-8FAE-D0E1-0BF52701A3D3}"/>
                  </a:ext>
                </a:extLst>
              </p:cNvPr>
              <p:cNvSpPr/>
              <p:nvPr/>
            </p:nvSpPr>
            <p:spPr>
              <a:xfrm>
                <a:off x="5163850" y="4601225"/>
                <a:ext cx="81750" cy="45075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1803" extrusionOk="0">
                    <a:moveTo>
                      <a:pt x="1" y="1"/>
                    </a:moveTo>
                    <a:lnTo>
                      <a:pt x="1" y="735"/>
                    </a:lnTo>
                    <a:cubicBezTo>
                      <a:pt x="1" y="1335"/>
                      <a:pt x="468" y="1802"/>
                      <a:pt x="1068" y="1802"/>
                    </a:cubicBezTo>
                    <a:lnTo>
                      <a:pt x="2236" y="1802"/>
                    </a:lnTo>
                    <a:cubicBezTo>
                      <a:pt x="2803" y="1802"/>
                      <a:pt x="3270" y="1335"/>
                      <a:pt x="3270" y="735"/>
                    </a:cubicBezTo>
                    <a:lnTo>
                      <a:pt x="3270" y="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57;p41">
                <a:extLst>
                  <a:ext uri="{FF2B5EF4-FFF2-40B4-BE49-F238E27FC236}">
                    <a16:creationId xmlns:a16="http://schemas.microsoft.com/office/drawing/2014/main" id="{82E1397C-AFAF-4812-A50B-4F71BE1CAAC0}"/>
                  </a:ext>
                </a:extLst>
              </p:cNvPr>
              <p:cNvSpPr/>
              <p:nvPr/>
            </p:nvSpPr>
            <p:spPr>
              <a:xfrm>
                <a:off x="5087125" y="4543700"/>
                <a:ext cx="236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" extrusionOk="0">
                    <a:moveTo>
                      <a:pt x="1" y="0"/>
                    </a:moveTo>
                    <a:lnTo>
                      <a:pt x="9441" y="0"/>
                    </a:lnTo>
                  </a:path>
                </a:pathLst>
              </a:custGeom>
              <a:solidFill>
                <a:srgbClr val="FBF3D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458;p41">
                <a:extLst>
                  <a:ext uri="{FF2B5EF4-FFF2-40B4-BE49-F238E27FC236}">
                    <a16:creationId xmlns:a16="http://schemas.microsoft.com/office/drawing/2014/main" id="{B1B4BB9A-8B2E-B654-806C-801089DA4522}"/>
                  </a:ext>
                </a:extLst>
              </p:cNvPr>
              <p:cNvSpPr/>
              <p:nvPr/>
            </p:nvSpPr>
            <p:spPr>
              <a:xfrm>
                <a:off x="5087125" y="4543700"/>
                <a:ext cx="236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" fill="none" extrusionOk="0">
                    <a:moveTo>
                      <a:pt x="1" y="0"/>
                    </a:moveTo>
                    <a:lnTo>
                      <a:pt x="9441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459;p41">
                <a:extLst>
                  <a:ext uri="{FF2B5EF4-FFF2-40B4-BE49-F238E27FC236}">
                    <a16:creationId xmlns:a16="http://schemas.microsoft.com/office/drawing/2014/main" id="{B468E198-D0CE-DA28-35B9-2B759B585A13}"/>
                  </a:ext>
                </a:extLst>
              </p:cNvPr>
              <p:cNvSpPr/>
              <p:nvPr/>
            </p:nvSpPr>
            <p:spPr>
              <a:xfrm>
                <a:off x="5087125" y="4490325"/>
                <a:ext cx="236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" extrusionOk="0">
                    <a:moveTo>
                      <a:pt x="1" y="0"/>
                    </a:moveTo>
                    <a:lnTo>
                      <a:pt x="9441" y="0"/>
                    </a:lnTo>
                  </a:path>
                </a:pathLst>
              </a:custGeom>
              <a:solidFill>
                <a:srgbClr val="FBF3D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460;p41">
                <a:extLst>
                  <a:ext uri="{FF2B5EF4-FFF2-40B4-BE49-F238E27FC236}">
                    <a16:creationId xmlns:a16="http://schemas.microsoft.com/office/drawing/2014/main" id="{ECDEC786-3C4E-9419-A851-BCBA9233D112}"/>
                  </a:ext>
                </a:extLst>
              </p:cNvPr>
              <p:cNvSpPr/>
              <p:nvPr/>
            </p:nvSpPr>
            <p:spPr>
              <a:xfrm>
                <a:off x="5087125" y="4490325"/>
                <a:ext cx="236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" fill="none" extrusionOk="0">
                    <a:moveTo>
                      <a:pt x="1" y="0"/>
                    </a:moveTo>
                    <a:lnTo>
                      <a:pt x="9441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461;p41">
                <a:extLst>
                  <a:ext uri="{FF2B5EF4-FFF2-40B4-BE49-F238E27FC236}">
                    <a16:creationId xmlns:a16="http://schemas.microsoft.com/office/drawing/2014/main" id="{5F77CB0F-FDF4-57BF-3536-DDEE3B8DE157}"/>
                  </a:ext>
                </a:extLst>
              </p:cNvPr>
              <p:cNvSpPr/>
              <p:nvPr/>
            </p:nvSpPr>
            <p:spPr>
              <a:xfrm>
                <a:off x="4863650" y="3815375"/>
                <a:ext cx="624625" cy="620775"/>
              </a:xfrm>
              <a:custGeom>
                <a:avLst/>
                <a:gdLst/>
                <a:ahLst/>
                <a:cxnLst/>
                <a:rect l="l" t="t" r="r" b="b"/>
                <a:pathLst>
                  <a:path w="24985" h="24831" extrusionOk="0">
                    <a:moveTo>
                      <a:pt x="13631" y="0"/>
                    </a:moveTo>
                    <a:cubicBezTo>
                      <a:pt x="11583" y="0"/>
                      <a:pt x="9483" y="567"/>
                      <a:pt x="7539" y="1814"/>
                    </a:cubicBezTo>
                    <a:cubicBezTo>
                      <a:pt x="0" y="6651"/>
                      <a:pt x="767" y="17892"/>
                      <a:pt x="8940" y="21628"/>
                    </a:cubicBezTo>
                    <a:lnTo>
                      <a:pt x="8940" y="22462"/>
                    </a:lnTo>
                    <a:cubicBezTo>
                      <a:pt x="8940" y="23763"/>
                      <a:pt x="9974" y="24830"/>
                      <a:pt x="11275" y="24830"/>
                    </a:cubicBezTo>
                    <a:lnTo>
                      <a:pt x="16012" y="24830"/>
                    </a:lnTo>
                    <a:cubicBezTo>
                      <a:pt x="17313" y="24830"/>
                      <a:pt x="18380" y="23763"/>
                      <a:pt x="18380" y="22462"/>
                    </a:cubicBezTo>
                    <a:lnTo>
                      <a:pt x="18380" y="21628"/>
                    </a:lnTo>
                    <a:cubicBezTo>
                      <a:pt x="22383" y="19793"/>
                      <a:pt x="24985" y="15757"/>
                      <a:pt x="24985" y="11354"/>
                    </a:cubicBezTo>
                    <a:cubicBezTo>
                      <a:pt x="24985" y="4694"/>
                      <a:pt x="19527" y="0"/>
                      <a:pt x="136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462;p41">
              <a:extLst>
                <a:ext uri="{FF2B5EF4-FFF2-40B4-BE49-F238E27FC236}">
                  <a16:creationId xmlns:a16="http://schemas.microsoft.com/office/drawing/2014/main" id="{957495A8-73BB-7BBE-9D7F-341F268FF2B8}"/>
                </a:ext>
              </a:extLst>
            </p:cNvPr>
            <p:cNvGrpSpPr/>
            <p:nvPr/>
          </p:nvGrpSpPr>
          <p:grpSpPr>
            <a:xfrm>
              <a:off x="8029198" y="1633284"/>
              <a:ext cx="579793" cy="477211"/>
              <a:chOff x="4559250" y="2583950"/>
              <a:chExt cx="527900" cy="434500"/>
            </a:xfrm>
          </p:grpSpPr>
          <p:sp>
            <p:nvSpPr>
              <p:cNvPr id="18" name="Google Shape;463;p41">
                <a:extLst>
                  <a:ext uri="{FF2B5EF4-FFF2-40B4-BE49-F238E27FC236}">
                    <a16:creationId xmlns:a16="http://schemas.microsoft.com/office/drawing/2014/main" id="{B7B5F408-3010-FEFD-3217-6C5CD4A330F5}"/>
                  </a:ext>
                </a:extLst>
              </p:cNvPr>
              <p:cNvSpPr/>
              <p:nvPr/>
            </p:nvSpPr>
            <p:spPr>
              <a:xfrm>
                <a:off x="4559250" y="2583950"/>
                <a:ext cx="527900" cy="434500"/>
              </a:xfrm>
              <a:custGeom>
                <a:avLst/>
                <a:gdLst/>
                <a:ahLst/>
                <a:cxnLst/>
                <a:rect l="l" t="t" r="r" b="b"/>
                <a:pathLst>
                  <a:path w="21116" h="17380" extrusionOk="0">
                    <a:moveTo>
                      <a:pt x="2369" y="1"/>
                    </a:moveTo>
                    <a:cubicBezTo>
                      <a:pt x="1035" y="1"/>
                      <a:pt x="1" y="1068"/>
                      <a:pt x="1" y="2369"/>
                    </a:cubicBezTo>
                    <a:lnTo>
                      <a:pt x="1" y="15045"/>
                    </a:lnTo>
                    <a:cubicBezTo>
                      <a:pt x="1" y="16346"/>
                      <a:pt x="1035" y="17380"/>
                      <a:pt x="2369" y="17380"/>
                    </a:cubicBezTo>
                    <a:lnTo>
                      <a:pt x="18781" y="17380"/>
                    </a:lnTo>
                    <a:cubicBezTo>
                      <a:pt x="20082" y="17380"/>
                      <a:pt x="21116" y="16346"/>
                      <a:pt x="21116" y="15045"/>
                    </a:cubicBezTo>
                    <a:lnTo>
                      <a:pt x="21116" y="2369"/>
                    </a:lnTo>
                    <a:cubicBezTo>
                      <a:pt x="21116" y="1068"/>
                      <a:pt x="20082" y="1"/>
                      <a:pt x="187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464;p41">
                <a:extLst>
                  <a:ext uri="{FF2B5EF4-FFF2-40B4-BE49-F238E27FC236}">
                    <a16:creationId xmlns:a16="http://schemas.microsoft.com/office/drawing/2014/main" id="{3B5D6B5B-6DEB-85E0-3B34-B693E7BE0784}"/>
                  </a:ext>
                </a:extLst>
              </p:cNvPr>
              <p:cNvSpPr/>
              <p:nvPr/>
            </p:nvSpPr>
            <p:spPr>
              <a:xfrm>
                <a:off x="4754400" y="2694025"/>
                <a:ext cx="179325" cy="215200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8608" extrusionOk="0">
                    <a:moveTo>
                      <a:pt x="0" y="1"/>
                    </a:moveTo>
                    <a:lnTo>
                      <a:pt x="0" y="8607"/>
                    </a:lnTo>
                    <a:lnTo>
                      <a:pt x="7172" y="430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465;p41">
              <a:extLst>
                <a:ext uri="{FF2B5EF4-FFF2-40B4-BE49-F238E27FC236}">
                  <a16:creationId xmlns:a16="http://schemas.microsoft.com/office/drawing/2014/main" id="{9990843F-3B22-70A7-0277-C9248BFE70A8}"/>
                </a:ext>
              </a:extLst>
            </p:cNvPr>
            <p:cNvGrpSpPr/>
            <p:nvPr/>
          </p:nvGrpSpPr>
          <p:grpSpPr>
            <a:xfrm>
              <a:off x="7859321" y="2343951"/>
              <a:ext cx="919607" cy="794345"/>
              <a:chOff x="5203050" y="2778050"/>
              <a:chExt cx="837300" cy="723250"/>
            </a:xfrm>
          </p:grpSpPr>
          <p:sp>
            <p:nvSpPr>
              <p:cNvPr id="16" name="Google Shape;466;p41">
                <a:extLst>
                  <a:ext uri="{FF2B5EF4-FFF2-40B4-BE49-F238E27FC236}">
                    <a16:creationId xmlns:a16="http://schemas.microsoft.com/office/drawing/2014/main" id="{B777FADB-B1E0-F422-6AE2-571B79055A5A}"/>
                  </a:ext>
                </a:extLst>
              </p:cNvPr>
              <p:cNvSpPr/>
              <p:nvPr/>
            </p:nvSpPr>
            <p:spPr>
              <a:xfrm>
                <a:off x="5203050" y="2778050"/>
                <a:ext cx="837300" cy="514375"/>
              </a:xfrm>
              <a:custGeom>
                <a:avLst/>
                <a:gdLst/>
                <a:ahLst/>
                <a:cxnLst/>
                <a:rect l="l" t="t" r="r" b="b"/>
                <a:pathLst>
                  <a:path w="33492" h="20575" extrusionOk="0">
                    <a:moveTo>
                      <a:pt x="14195" y="0"/>
                    </a:moveTo>
                    <a:cubicBezTo>
                      <a:pt x="11003" y="0"/>
                      <a:pt x="8215" y="2192"/>
                      <a:pt x="7539" y="5346"/>
                    </a:cubicBezTo>
                    <a:cubicBezTo>
                      <a:pt x="6956" y="5148"/>
                      <a:pt x="6368" y="5054"/>
                      <a:pt x="5792" y="5054"/>
                    </a:cubicBezTo>
                    <a:cubicBezTo>
                      <a:pt x="3271" y="5054"/>
                      <a:pt x="996" y="6848"/>
                      <a:pt x="534" y="9483"/>
                    </a:cubicBezTo>
                    <a:cubicBezTo>
                      <a:pt x="1" y="12718"/>
                      <a:pt x="2502" y="15687"/>
                      <a:pt x="5805" y="15687"/>
                    </a:cubicBezTo>
                    <a:cubicBezTo>
                      <a:pt x="6172" y="15654"/>
                      <a:pt x="6539" y="15620"/>
                      <a:pt x="6906" y="15554"/>
                    </a:cubicBezTo>
                    <a:lnTo>
                      <a:pt x="6906" y="15887"/>
                    </a:lnTo>
                    <a:cubicBezTo>
                      <a:pt x="6906" y="18784"/>
                      <a:pt x="9249" y="20574"/>
                      <a:pt x="11635" y="20574"/>
                    </a:cubicBezTo>
                    <a:cubicBezTo>
                      <a:pt x="13067" y="20574"/>
                      <a:pt x="14515" y="19928"/>
                      <a:pt x="15478" y="18489"/>
                    </a:cubicBezTo>
                    <a:cubicBezTo>
                      <a:pt x="16191" y="19716"/>
                      <a:pt x="17363" y="20270"/>
                      <a:pt x="18526" y="20270"/>
                    </a:cubicBezTo>
                    <a:cubicBezTo>
                      <a:pt x="20302" y="20270"/>
                      <a:pt x="22056" y="18978"/>
                      <a:pt x="22116" y="16821"/>
                    </a:cubicBezTo>
                    <a:cubicBezTo>
                      <a:pt x="23241" y="17509"/>
                      <a:pt x="24467" y="17829"/>
                      <a:pt x="25670" y="17829"/>
                    </a:cubicBezTo>
                    <a:cubicBezTo>
                      <a:pt x="28606" y="17829"/>
                      <a:pt x="31405" y="15928"/>
                      <a:pt x="32257" y="12852"/>
                    </a:cubicBezTo>
                    <a:cubicBezTo>
                      <a:pt x="33491" y="8482"/>
                      <a:pt x="30222" y="4145"/>
                      <a:pt x="25686" y="4145"/>
                    </a:cubicBezTo>
                    <a:cubicBezTo>
                      <a:pt x="23918" y="4145"/>
                      <a:pt x="22183" y="4846"/>
                      <a:pt x="20916" y="6080"/>
                    </a:cubicBezTo>
                    <a:cubicBezTo>
                      <a:pt x="20549" y="2744"/>
                      <a:pt x="17847" y="209"/>
                      <a:pt x="14544" y="9"/>
                    </a:cubicBezTo>
                    <a:cubicBezTo>
                      <a:pt x="14427" y="3"/>
                      <a:pt x="14311" y="0"/>
                      <a:pt x="141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467;p41">
                <a:extLst>
                  <a:ext uri="{FF2B5EF4-FFF2-40B4-BE49-F238E27FC236}">
                    <a16:creationId xmlns:a16="http://schemas.microsoft.com/office/drawing/2014/main" id="{194DE306-5DDF-4092-B356-169C2C836C4C}"/>
                  </a:ext>
                </a:extLst>
              </p:cNvPr>
              <p:cNvSpPr/>
              <p:nvPr/>
            </p:nvSpPr>
            <p:spPr>
              <a:xfrm>
                <a:off x="5611675" y="3095150"/>
                <a:ext cx="274400" cy="406150"/>
              </a:xfrm>
              <a:custGeom>
                <a:avLst/>
                <a:gdLst/>
                <a:ahLst/>
                <a:cxnLst/>
                <a:rect l="l" t="t" r="r" b="b"/>
                <a:pathLst>
                  <a:path w="10976" h="16246" extrusionOk="0">
                    <a:moveTo>
                      <a:pt x="4337" y="1"/>
                    </a:moveTo>
                    <a:cubicBezTo>
                      <a:pt x="3737" y="1"/>
                      <a:pt x="3270" y="501"/>
                      <a:pt x="3270" y="1102"/>
                    </a:cubicBezTo>
                    <a:lnTo>
                      <a:pt x="3270" y="10275"/>
                    </a:lnTo>
                    <a:lnTo>
                      <a:pt x="1268" y="10275"/>
                    </a:lnTo>
                    <a:cubicBezTo>
                      <a:pt x="167" y="10275"/>
                      <a:pt x="1" y="11242"/>
                      <a:pt x="601" y="11809"/>
                    </a:cubicBezTo>
                    <a:lnTo>
                      <a:pt x="4704" y="15946"/>
                    </a:lnTo>
                    <a:cubicBezTo>
                      <a:pt x="4921" y="16146"/>
                      <a:pt x="5196" y="16246"/>
                      <a:pt x="5471" y="16246"/>
                    </a:cubicBezTo>
                    <a:cubicBezTo>
                      <a:pt x="5746" y="16246"/>
                      <a:pt x="6022" y="16146"/>
                      <a:pt x="6238" y="15946"/>
                    </a:cubicBezTo>
                    <a:lnTo>
                      <a:pt x="10375" y="11809"/>
                    </a:lnTo>
                    <a:cubicBezTo>
                      <a:pt x="10975" y="11209"/>
                      <a:pt x="10775" y="10275"/>
                      <a:pt x="9674" y="10275"/>
                    </a:cubicBezTo>
                    <a:lnTo>
                      <a:pt x="7673" y="10275"/>
                    </a:lnTo>
                    <a:lnTo>
                      <a:pt x="7673" y="1102"/>
                    </a:lnTo>
                    <a:cubicBezTo>
                      <a:pt x="7673" y="501"/>
                      <a:pt x="7206" y="1"/>
                      <a:pt x="66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" name="Google Shape;468;p41">
              <a:extLst>
                <a:ext uri="{FF2B5EF4-FFF2-40B4-BE49-F238E27FC236}">
                  <a16:creationId xmlns:a16="http://schemas.microsoft.com/office/drawing/2014/main" id="{D7112774-26BC-5438-FD24-94A25E2D8820}"/>
                </a:ext>
              </a:extLst>
            </p:cNvPr>
            <p:cNvSpPr/>
            <p:nvPr/>
          </p:nvSpPr>
          <p:spPr>
            <a:xfrm>
              <a:off x="8148545" y="3371753"/>
              <a:ext cx="340748" cy="341654"/>
            </a:xfrm>
            <a:custGeom>
              <a:avLst/>
              <a:gdLst/>
              <a:ahLst/>
              <a:cxnLst/>
              <a:rect l="l" t="t" r="r" b="b"/>
              <a:pathLst>
                <a:path w="12410" h="12443" extrusionOk="0">
                  <a:moveTo>
                    <a:pt x="6210" y="4212"/>
                  </a:moveTo>
                  <a:cubicBezTo>
                    <a:pt x="7245" y="4212"/>
                    <a:pt x="8240" y="5018"/>
                    <a:pt x="8240" y="6238"/>
                  </a:cubicBezTo>
                  <a:cubicBezTo>
                    <a:pt x="8240" y="7339"/>
                    <a:pt x="7339" y="8240"/>
                    <a:pt x="6205" y="8240"/>
                  </a:cubicBezTo>
                  <a:cubicBezTo>
                    <a:pt x="4404" y="8240"/>
                    <a:pt x="3503" y="6071"/>
                    <a:pt x="4804" y="4804"/>
                  </a:cubicBezTo>
                  <a:cubicBezTo>
                    <a:pt x="5213" y="4395"/>
                    <a:pt x="5716" y="4212"/>
                    <a:pt x="6210" y="4212"/>
                  </a:cubicBezTo>
                  <a:close/>
                  <a:moveTo>
                    <a:pt x="5738" y="0"/>
                  </a:moveTo>
                  <a:cubicBezTo>
                    <a:pt x="5471" y="0"/>
                    <a:pt x="5271" y="201"/>
                    <a:pt x="5238" y="467"/>
                  </a:cubicBezTo>
                  <a:lnTo>
                    <a:pt x="5137" y="2235"/>
                  </a:lnTo>
                  <a:cubicBezTo>
                    <a:pt x="4804" y="2302"/>
                    <a:pt x="4437" y="2436"/>
                    <a:pt x="4137" y="2636"/>
                  </a:cubicBezTo>
                  <a:lnTo>
                    <a:pt x="2836" y="1468"/>
                  </a:lnTo>
                  <a:cubicBezTo>
                    <a:pt x="2736" y="1385"/>
                    <a:pt x="2619" y="1343"/>
                    <a:pt x="2502" y="1343"/>
                  </a:cubicBezTo>
                  <a:cubicBezTo>
                    <a:pt x="2386" y="1343"/>
                    <a:pt x="2269" y="1385"/>
                    <a:pt x="2169" y="1468"/>
                  </a:cubicBezTo>
                  <a:lnTo>
                    <a:pt x="1468" y="2169"/>
                  </a:lnTo>
                  <a:cubicBezTo>
                    <a:pt x="1301" y="2369"/>
                    <a:pt x="1268" y="2636"/>
                    <a:pt x="1435" y="2836"/>
                  </a:cubicBezTo>
                  <a:lnTo>
                    <a:pt x="2636" y="4137"/>
                  </a:lnTo>
                  <a:cubicBezTo>
                    <a:pt x="2436" y="4470"/>
                    <a:pt x="2302" y="4804"/>
                    <a:pt x="2202" y="5137"/>
                  </a:cubicBezTo>
                  <a:lnTo>
                    <a:pt x="467" y="5238"/>
                  </a:lnTo>
                  <a:cubicBezTo>
                    <a:pt x="201" y="5271"/>
                    <a:pt x="0" y="5471"/>
                    <a:pt x="0" y="5738"/>
                  </a:cubicBezTo>
                  <a:lnTo>
                    <a:pt x="0" y="6705"/>
                  </a:lnTo>
                  <a:cubicBezTo>
                    <a:pt x="0" y="6972"/>
                    <a:pt x="201" y="7172"/>
                    <a:pt x="467" y="7206"/>
                  </a:cubicBezTo>
                  <a:lnTo>
                    <a:pt x="2202" y="7306"/>
                  </a:lnTo>
                  <a:cubicBezTo>
                    <a:pt x="2302" y="7639"/>
                    <a:pt x="2436" y="7973"/>
                    <a:pt x="2636" y="8306"/>
                  </a:cubicBezTo>
                  <a:lnTo>
                    <a:pt x="1468" y="9607"/>
                  </a:lnTo>
                  <a:cubicBezTo>
                    <a:pt x="1301" y="9807"/>
                    <a:pt x="1301" y="10074"/>
                    <a:pt x="1468" y="10274"/>
                  </a:cubicBezTo>
                  <a:lnTo>
                    <a:pt x="2169" y="10975"/>
                  </a:lnTo>
                  <a:cubicBezTo>
                    <a:pt x="2274" y="11063"/>
                    <a:pt x="2408" y="11105"/>
                    <a:pt x="2540" y="11105"/>
                  </a:cubicBezTo>
                  <a:cubicBezTo>
                    <a:pt x="2658" y="11105"/>
                    <a:pt x="2775" y="11071"/>
                    <a:pt x="2869" y="11008"/>
                  </a:cubicBezTo>
                  <a:lnTo>
                    <a:pt x="4137" y="9807"/>
                  </a:lnTo>
                  <a:cubicBezTo>
                    <a:pt x="4470" y="10008"/>
                    <a:pt x="4804" y="10141"/>
                    <a:pt x="5171" y="10241"/>
                  </a:cubicBezTo>
                  <a:lnTo>
                    <a:pt x="5238" y="11976"/>
                  </a:lnTo>
                  <a:cubicBezTo>
                    <a:pt x="5271" y="12243"/>
                    <a:pt x="5471" y="12443"/>
                    <a:pt x="5738" y="12443"/>
                  </a:cubicBezTo>
                  <a:lnTo>
                    <a:pt x="6705" y="12443"/>
                  </a:lnTo>
                  <a:cubicBezTo>
                    <a:pt x="6972" y="12443"/>
                    <a:pt x="7172" y="12243"/>
                    <a:pt x="7206" y="12009"/>
                  </a:cubicBezTo>
                  <a:lnTo>
                    <a:pt x="7272" y="10241"/>
                  </a:lnTo>
                  <a:cubicBezTo>
                    <a:pt x="7639" y="10141"/>
                    <a:pt x="7973" y="10008"/>
                    <a:pt x="8306" y="9807"/>
                  </a:cubicBezTo>
                  <a:lnTo>
                    <a:pt x="9607" y="11008"/>
                  </a:lnTo>
                  <a:cubicBezTo>
                    <a:pt x="9682" y="11083"/>
                    <a:pt x="9785" y="11118"/>
                    <a:pt x="9893" y="11118"/>
                  </a:cubicBezTo>
                  <a:cubicBezTo>
                    <a:pt x="10024" y="11118"/>
                    <a:pt x="10164" y="11067"/>
                    <a:pt x="10274" y="10975"/>
                  </a:cubicBezTo>
                  <a:lnTo>
                    <a:pt x="10975" y="10274"/>
                  </a:lnTo>
                  <a:cubicBezTo>
                    <a:pt x="11142" y="10108"/>
                    <a:pt x="11142" y="9807"/>
                    <a:pt x="10975" y="9607"/>
                  </a:cubicBezTo>
                  <a:lnTo>
                    <a:pt x="9807" y="8306"/>
                  </a:lnTo>
                  <a:cubicBezTo>
                    <a:pt x="9974" y="7973"/>
                    <a:pt x="10108" y="7639"/>
                    <a:pt x="10208" y="7306"/>
                  </a:cubicBezTo>
                  <a:lnTo>
                    <a:pt x="11976" y="7206"/>
                  </a:lnTo>
                  <a:cubicBezTo>
                    <a:pt x="12209" y="7172"/>
                    <a:pt x="12409" y="6972"/>
                    <a:pt x="12409" y="6705"/>
                  </a:cubicBezTo>
                  <a:lnTo>
                    <a:pt x="12409" y="5738"/>
                  </a:lnTo>
                  <a:cubicBezTo>
                    <a:pt x="12409" y="5471"/>
                    <a:pt x="12243" y="5271"/>
                    <a:pt x="11976" y="5238"/>
                  </a:cubicBezTo>
                  <a:lnTo>
                    <a:pt x="10208" y="5137"/>
                  </a:lnTo>
                  <a:cubicBezTo>
                    <a:pt x="10141" y="4804"/>
                    <a:pt x="10008" y="4470"/>
                    <a:pt x="9807" y="4137"/>
                  </a:cubicBezTo>
                  <a:lnTo>
                    <a:pt x="10975" y="2836"/>
                  </a:lnTo>
                  <a:cubicBezTo>
                    <a:pt x="11142" y="2636"/>
                    <a:pt x="11142" y="2369"/>
                    <a:pt x="10975" y="2169"/>
                  </a:cubicBezTo>
                  <a:lnTo>
                    <a:pt x="10274" y="1468"/>
                  </a:lnTo>
                  <a:cubicBezTo>
                    <a:pt x="10174" y="1385"/>
                    <a:pt x="10049" y="1343"/>
                    <a:pt x="9928" y="1343"/>
                  </a:cubicBezTo>
                  <a:cubicBezTo>
                    <a:pt x="9807" y="1343"/>
                    <a:pt x="9691" y="1385"/>
                    <a:pt x="9607" y="1468"/>
                  </a:cubicBezTo>
                  <a:lnTo>
                    <a:pt x="8273" y="2636"/>
                  </a:lnTo>
                  <a:cubicBezTo>
                    <a:pt x="7973" y="2436"/>
                    <a:pt x="7639" y="2302"/>
                    <a:pt x="7272" y="2235"/>
                  </a:cubicBezTo>
                  <a:lnTo>
                    <a:pt x="7206" y="467"/>
                  </a:lnTo>
                  <a:cubicBezTo>
                    <a:pt x="7172" y="201"/>
                    <a:pt x="6972" y="0"/>
                    <a:pt x="670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69;p41">
              <a:extLst>
                <a:ext uri="{FF2B5EF4-FFF2-40B4-BE49-F238E27FC236}">
                  <a16:creationId xmlns:a16="http://schemas.microsoft.com/office/drawing/2014/main" id="{39C37ACC-5E43-720A-FBBC-935E385CB2CB}"/>
                </a:ext>
              </a:extLst>
            </p:cNvPr>
            <p:cNvSpPr/>
            <p:nvPr/>
          </p:nvSpPr>
          <p:spPr>
            <a:xfrm>
              <a:off x="7097680" y="4550938"/>
              <a:ext cx="226850" cy="226850"/>
            </a:xfrm>
            <a:custGeom>
              <a:avLst/>
              <a:gdLst/>
              <a:ahLst/>
              <a:cxnLst/>
              <a:rect l="l" t="t" r="r" b="b"/>
              <a:pathLst>
                <a:path w="9074" h="9074" extrusionOk="0">
                  <a:moveTo>
                    <a:pt x="3970" y="0"/>
                  </a:moveTo>
                  <a:cubicBezTo>
                    <a:pt x="3469" y="0"/>
                    <a:pt x="3069" y="401"/>
                    <a:pt x="3036" y="901"/>
                  </a:cubicBezTo>
                  <a:lnTo>
                    <a:pt x="3036" y="3036"/>
                  </a:lnTo>
                  <a:lnTo>
                    <a:pt x="934" y="3036"/>
                  </a:lnTo>
                  <a:cubicBezTo>
                    <a:pt x="434" y="3036"/>
                    <a:pt x="0" y="3436"/>
                    <a:pt x="33" y="3970"/>
                  </a:cubicBezTo>
                  <a:lnTo>
                    <a:pt x="33" y="5137"/>
                  </a:lnTo>
                  <a:cubicBezTo>
                    <a:pt x="0" y="5638"/>
                    <a:pt x="434" y="6038"/>
                    <a:pt x="934" y="6038"/>
                  </a:cubicBezTo>
                  <a:lnTo>
                    <a:pt x="3069" y="6038"/>
                  </a:lnTo>
                  <a:lnTo>
                    <a:pt x="3069" y="8173"/>
                  </a:lnTo>
                  <a:cubicBezTo>
                    <a:pt x="3069" y="8673"/>
                    <a:pt x="3469" y="9074"/>
                    <a:pt x="3970" y="9074"/>
                  </a:cubicBezTo>
                  <a:lnTo>
                    <a:pt x="5137" y="9074"/>
                  </a:lnTo>
                  <a:cubicBezTo>
                    <a:pt x="5637" y="9074"/>
                    <a:pt x="6038" y="8673"/>
                    <a:pt x="6038" y="8173"/>
                  </a:cubicBezTo>
                  <a:lnTo>
                    <a:pt x="6038" y="6038"/>
                  </a:lnTo>
                  <a:lnTo>
                    <a:pt x="8173" y="6038"/>
                  </a:lnTo>
                  <a:cubicBezTo>
                    <a:pt x="8673" y="6038"/>
                    <a:pt x="9073" y="5638"/>
                    <a:pt x="9073" y="5137"/>
                  </a:cubicBezTo>
                  <a:lnTo>
                    <a:pt x="9073" y="3970"/>
                  </a:lnTo>
                  <a:cubicBezTo>
                    <a:pt x="9073" y="3436"/>
                    <a:pt x="8673" y="3036"/>
                    <a:pt x="8173" y="3036"/>
                  </a:cubicBezTo>
                  <a:lnTo>
                    <a:pt x="6038" y="3036"/>
                  </a:lnTo>
                  <a:lnTo>
                    <a:pt x="6038" y="901"/>
                  </a:lnTo>
                  <a:cubicBezTo>
                    <a:pt x="6038" y="401"/>
                    <a:pt x="5637" y="0"/>
                    <a:pt x="5137" y="0"/>
                  </a:cubicBezTo>
                  <a:close/>
                </a:path>
              </a:pathLst>
            </a:custGeom>
            <a:solidFill>
              <a:schemeClr val="lt2"/>
            </a:solidFill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0;p41">
              <a:extLst>
                <a:ext uri="{FF2B5EF4-FFF2-40B4-BE49-F238E27FC236}">
                  <a16:creationId xmlns:a16="http://schemas.microsoft.com/office/drawing/2014/main" id="{C65DC0A2-7388-1664-E684-5EE2D2D048F2}"/>
                </a:ext>
              </a:extLst>
            </p:cNvPr>
            <p:cNvSpPr/>
            <p:nvPr/>
          </p:nvSpPr>
          <p:spPr>
            <a:xfrm>
              <a:off x="6012324" y="365709"/>
              <a:ext cx="310250" cy="311075"/>
            </a:xfrm>
            <a:custGeom>
              <a:avLst/>
              <a:gdLst/>
              <a:ahLst/>
              <a:cxnLst/>
              <a:rect l="l" t="t" r="r" b="b"/>
              <a:pathLst>
                <a:path w="12410" h="12443" extrusionOk="0">
                  <a:moveTo>
                    <a:pt x="6210" y="4212"/>
                  </a:moveTo>
                  <a:cubicBezTo>
                    <a:pt x="7245" y="4212"/>
                    <a:pt x="8240" y="5018"/>
                    <a:pt x="8240" y="6238"/>
                  </a:cubicBezTo>
                  <a:cubicBezTo>
                    <a:pt x="8240" y="7339"/>
                    <a:pt x="7339" y="8240"/>
                    <a:pt x="6205" y="8240"/>
                  </a:cubicBezTo>
                  <a:cubicBezTo>
                    <a:pt x="4404" y="8240"/>
                    <a:pt x="3503" y="6071"/>
                    <a:pt x="4804" y="4804"/>
                  </a:cubicBezTo>
                  <a:cubicBezTo>
                    <a:pt x="5213" y="4395"/>
                    <a:pt x="5716" y="4212"/>
                    <a:pt x="6210" y="4212"/>
                  </a:cubicBezTo>
                  <a:close/>
                  <a:moveTo>
                    <a:pt x="5738" y="0"/>
                  </a:moveTo>
                  <a:cubicBezTo>
                    <a:pt x="5471" y="0"/>
                    <a:pt x="5271" y="201"/>
                    <a:pt x="5238" y="467"/>
                  </a:cubicBezTo>
                  <a:lnTo>
                    <a:pt x="5137" y="2235"/>
                  </a:lnTo>
                  <a:cubicBezTo>
                    <a:pt x="4804" y="2302"/>
                    <a:pt x="4437" y="2436"/>
                    <a:pt x="4137" y="2636"/>
                  </a:cubicBezTo>
                  <a:lnTo>
                    <a:pt x="2836" y="1468"/>
                  </a:lnTo>
                  <a:cubicBezTo>
                    <a:pt x="2736" y="1385"/>
                    <a:pt x="2619" y="1343"/>
                    <a:pt x="2502" y="1343"/>
                  </a:cubicBezTo>
                  <a:cubicBezTo>
                    <a:pt x="2386" y="1343"/>
                    <a:pt x="2269" y="1385"/>
                    <a:pt x="2169" y="1468"/>
                  </a:cubicBezTo>
                  <a:lnTo>
                    <a:pt x="1468" y="2169"/>
                  </a:lnTo>
                  <a:cubicBezTo>
                    <a:pt x="1301" y="2369"/>
                    <a:pt x="1268" y="2636"/>
                    <a:pt x="1435" y="2836"/>
                  </a:cubicBezTo>
                  <a:lnTo>
                    <a:pt x="2636" y="4137"/>
                  </a:lnTo>
                  <a:cubicBezTo>
                    <a:pt x="2436" y="4470"/>
                    <a:pt x="2302" y="4804"/>
                    <a:pt x="2202" y="5137"/>
                  </a:cubicBezTo>
                  <a:lnTo>
                    <a:pt x="467" y="5238"/>
                  </a:lnTo>
                  <a:cubicBezTo>
                    <a:pt x="201" y="5271"/>
                    <a:pt x="0" y="5471"/>
                    <a:pt x="0" y="5738"/>
                  </a:cubicBezTo>
                  <a:lnTo>
                    <a:pt x="0" y="6705"/>
                  </a:lnTo>
                  <a:cubicBezTo>
                    <a:pt x="0" y="6972"/>
                    <a:pt x="201" y="7172"/>
                    <a:pt x="467" y="7206"/>
                  </a:cubicBezTo>
                  <a:lnTo>
                    <a:pt x="2202" y="7306"/>
                  </a:lnTo>
                  <a:cubicBezTo>
                    <a:pt x="2302" y="7639"/>
                    <a:pt x="2436" y="7973"/>
                    <a:pt x="2636" y="8306"/>
                  </a:cubicBezTo>
                  <a:lnTo>
                    <a:pt x="1468" y="9607"/>
                  </a:lnTo>
                  <a:cubicBezTo>
                    <a:pt x="1301" y="9807"/>
                    <a:pt x="1301" y="10074"/>
                    <a:pt x="1468" y="10274"/>
                  </a:cubicBezTo>
                  <a:lnTo>
                    <a:pt x="2169" y="10975"/>
                  </a:lnTo>
                  <a:cubicBezTo>
                    <a:pt x="2274" y="11063"/>
                    <a:pt x="2408" y="11105"/>
                    <a:pt x="2540" y="11105"/>
                  </a:cubicBezTo>
                  <a:cubicBezTo>
                    <a:pt x="2658" y="11105"/>
                    <a:pt x="2775" y="11071"/>
                    <a:pt x="2869" y="11008"/>
                  </a:cubicBezTo>
                  <a:lnTo>
                    <a:pt x="4137" y="9807"/>
                  </a:lnTo>
                  <a:cubicBezTo>
                    <a:pt x="4470" y="10008"/>
                    <a:pt x="4804" y="10141"/>
                    <a:pt x="5171" y="10241"/>
                  </a:cubicBezTo>
                  <a:lnTo>
                    <a:pt x="5238" y="11976"/>
                  </a:lnTo>
                  <a:cubicBezTo>
                    <a:pt x="5271" y="12243"/>
                    <a:pt x="5471" y="12443"/>
                    <a:pt x="5738" y="12443"/>
                  </a:cubicBezTo>
                  <a:lnTo>
                    <a:pt x="6705" y="12443"/>
                  </a:lnTo>
                  <a:cubicBezTo>
                    <a:pt x="6972" y="12443"/>
                    <a:pt x="7172" y="12243"/>
                    <a:pt x="7206" y="12009"/>
                  </a:cubicBezTo>
                  <a:lnTo>
                    <a:pt x="7272" y="10241"/>
                  </a:lnTo>
                  <a:cubicBezTo>
                    <a:pt x="7639" y="10141"/>
                    <a:pt x="7973" y="10008"/>
                    <a:pt x="8306" y="9807"/>
                  </a:cubicBezTo>
                  <a:lnTo>
                    <a:pt x="9607" y="11008"/>
                  </a:lnTo>
                  <a:cubicBezTo>
                    <a:pt x="9682" y="11083"/>
                    <a:pt x="9785" y="11118"/>
                    <a:pt x="9893" y="11118"/>
                  </a:cubicBezTo>
                  <a:cubicBezTo>
                    <a:pt x="10024" y="11118"/>
                    <a:pt x="10164" y="11067"/>
                    <a:pt x="10274" y="10975"/>
                  </a:cubicBezTo>
                  <a:lnTo>
                    <a:pt x="10975" y="10274"/>
                  </a:lnTo>
                  <a:cubicBezTo>
                    <a:pt x="11142" y="10108"/>
                    <a:pt x="11142" y="9807"/>
                    <a:pt x="10975" y="9607"/>
                  </a:cubicBezTo>
                  <a:lnTo>
                    <a:pt x="9807" y="8306"/>
                  </a:lnTo>
                  <a:cubicBezTo>
                    <a:pt x="9974" y="7973"/>
                    <a:pt x="10108" y="7639"/>
                    <a:pt x="10208" y="7306"/>
                  </a:cubicBezTo>
                  <a:lnTo>
                    <a:pt x="11976" y="7206"/>
                  </a:lnTo>
                  <a:cubicBezTo>
                    <a:pt x="12209" y="7172"/>
                    <a:pt x="12409" y="6972"/>
                    <a:pt x="12409" y="6705"/>
                  </a:cubicBezTo>
                  <a:lnTo>
                    <a:pt x="12409" y="5738"/>
                  </a:lnTo>
                  <a:cubicBezTo>
                    <a:pt x="12409" y="5471"/>
                    <a:pt x="12243" y="5271"/>
                    <a:pt x="11976" y="5238"/>
                  </a:cubicBezTo>
                  <a:lnTo>
                    <a:pt x="10208" y="5137"/>
                  </a:lnTo>
                  <a:cubicBezTo>
                    <a:pt x="10141" y="4804"/>
                    <a:pt x="10008" y="4470"/>
                    <a:pt x="9807" y="4137"/>
                  </a:cubicBezTo>
                  <a:lnTo>
                    <a:pt x="10975" y="2836"/>
                  </a:lnTo>
                  <a:cubicBezTo>
                    <a:pt x="11142" y="2636"/>
                    <a:pt x="11142" y="2369"/>
                    <a:pt x="10975" y="2169"/>
                  </a:cubicBezTo>
                  <a:lnTo>
                    <a:pt x="10274" y="1468"/>
                  </a:lnTo>
                  <a:cubicBezTo>
                    <a:pt x="10174" y="1385"/>
                    <a:pt x="10049" y="1343"/>
                    <a:pt x="9928" y="1343"/>
                  </a:cubicBezTo>
                  <a:cubicBezTo>
                    <a:pt x="9807" y="1343"/>
                    <a:pt x="9691" y="1385"/>
                    <a:pt x="9607" y="1468"/>
                  </a:cubicBezTo>
                  <a:lnTo>
                    <a:pt x="8273" y="2636"/>
                  </a:lnTo>
                  <a:cubicBezTo>
                    <a:pt x="7973" y="2436"/>
                    <a:pt x="7639" y="2302"/>
                    <a:pt x="7272" y="2235"/>
                  </a:cubicBezTo>
                  <a:lnTo>
                    <a:pt x="7206" y="467"/>
                  </a:lnTo>
                  <a:cubicBezTo>
                    <a:pt x="7172" y="201"/>
                    <a:pt x="6972" y="0"/>
                    <a:pt x="6705" y="0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71;p41">
              <a:extLst>
                <a:ext uri="{FF2B5EF4-FFF2-40B4-BE49-F238E27FC236}">
                  <a16:creationId xmlns:a16="http://schemas.microsoft.com/office/drawing/2014/main" id="{CC38EB60-8CC7-5473-445B-6140F30532B5}"/>
                </a:ext>
              </a:extLst>
            </p:cNvPr>
            <p:cNvSpPr/>
            <p:nvPr/>
          </p:nvSpPr>
          <p:spPr>
            <a:xfrm>
              <a:off x="6012324" y="4531613"/>
              <a:ext cx="295225" cy="246175"/>
            </a:xfrm>
            <a:custGeom>
              <a:avLst/>
              <a:gdLst/>
              <a:ahLst/>
              <a:cxnLst/>
              <a:rect l="l" t="t" r="r" b="b"/>
              <a:pathLst>
                <a:path w="11809" h="9847" extrusionOk="0">
                  <a:moveTo>
                    <a:pt x="2797" y="1"/>
                  </a:moveTo>
                  <a:cubicBezTo>
                    <a:pt x="1322" y="1"/>
                    <a:pt x="1" y="1204"/>
                    <a:pt x="468" y="3538"/>
                  </a:cubicBezTo>
                  <a:cubicBezTo>
                    <a:pt x="868" y="5673"/>
                    <a:pt x="2969" y="8175"/>
                    <a:pt x="5304" y="9576"/>
                  </a:cubicBezTo>
                  <a:cubicBezTo>
                    <a:pt x="5598" y="9755"/>
                    <a:pt x="5748" y="9847"/>
                    <a:pt x="5903" y="9847"/>
                  </a:cubicBezTo>
                  <a:cubicBezTo>
                    <a:pt x="6064" y="9847"/>
                    <a:pt x="6231" y="9747"/>
                    <a:pt x="6572" y="9542"/>
                  </a:cubicBezTo>
                  <a:cubicBezTo>
                    <a:pt x="8907" y="8108"/>
                    <a:pt x="10942" y="5639"/>
                    <a:pt x="11342" y="3538"/>
                  </a:cubicBezTo>
                  <a:cubicBezTo>
                    <a:pt x="11809" y="1204"/>
                    <a:pt x="10488" y="1"/>
                    <a:pt x="9013" y="1"/>
                  </a:cubicBezTo>
                  <a:cubicBezTo>
                    <a:pt x="7747" y="1"/>
                    <a:pt x="6367" y="886"/>
                    <a:pt x="5905" y="2704"/>
                  </a:cubicBezTo>
                  <a:cubicBezTo>
                    <a:pt x="5443" y="886"/>
                    <a:pt x="4063" y="1"/>
                    <a:pt x="279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7417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6E82-3AEE-C946-C7E7-35816D4F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Sora" pitchFamily="2" charset="0"/>
                <a:cs typeface="Sora" pitchFamily="2" charset="0"/>
              </a:rPr>
              <a:t>Impacto no Uso</a:t>
            </a:r>
            <a:endParaRPr lang="en-MZ" sz="4400" dirty="0">
              <a:latin typeface="Sora" pitchFamily="2" charset="0"/>
              <a:cs typeface="Sora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C77DE4-3435-C9F0-832B-17E50F44C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6627" y="2690124"/>
            <a:ext cx="492955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Interfaces intuitivas → aceitação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Navegação clara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Consistência visual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Exemplos: WhatsApp, Instagram, Spotify</a:t>
            </a: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297161-EBEC-AFD9-FA45-91127A43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2791">
            <a:off x="5488821" y="230163"/>
            <a:ext cx="4919923" cy="4919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B93914-6AA4-7883-0AC2-86DC6C5A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93577">
            <a:off x="7402613" y="1389214"/>
            <a:ext cx="5248696" cy="524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3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9D0AFEB-88CA-83EC-BE2A-A1BCFD640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9848" y="904584"/>
            <a:ext cx="330891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40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ra" pitchFamily="2" charset="0"/>
                <a:cs typeface="Sora" pitchFamily="2" charset="0"/>
              </a:rPr>
              <a:t>Conclusão</a:t>
            </a:r>
            <a:endParaRPr kumimoji="0" lang="en-MZ" altLang="en-MZ" sz="4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ra" pitchFamily="2" charset="0"/>
              <a:cs typeface="Sor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91626F-93D1-5979-2964-211AB322EC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2015525"/>
            <a:ext cx="3574649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UX/UI determina aceitação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Usabilidade é central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Aplicações intuitivas = maior uso e satisfação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17E17-439F-FE13-C5EA-A79E03EE7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24280">
            <a:off x="3683724" y="1321758"/>
            <a:ext cx="4601267" cy="4601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C06C1B-BF15-0BA0-A6E9-ED101018E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37286">
            <a:off x="6382000" y="767232"/>
            <a:ext cx="5710318" cy="57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5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3FDBE-4F50-68F9-CC72-3867B79215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Z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704210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{968EC878-2A62-A64F-AB05-25CD55996C0E}tf10001070</Template>
  <TotalTime>55</TotalTime>
  <Words>298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Georgia</vt:lpstr>
      <vt:lpstr>Rockwell Extra Bold</vt:lpstr>
      <vt:lpstr>Sora</vt:lpstr>
      <vt:lpstr>Trebuchet MS</vt:lpstr>
      <vt:lpstr>Wingdings</vt:lpstr>
      <vt:lpstr>Wood Type</vt:lpstr>
      <vt:lpstr>A Influência do Design de Interface (UX/UI) na Aceitação de Aplicações</vt:lpstr>
      <vt:lpstr> UX/UI tornou-se essencial no sucesso de aplicações modernas. A experiência do utilizador afeta diretamente satisfação e continuidade de uso. Má interface → frustração, abandono do app. Boa interface → facilidade, eficiência e aceitação mais rápida. Importância crescente no mercado digital atual. </vt:lpstr>
      <vt:lpstr>Relevância / Justificativa</vt:lpstr>
      <vt:lpstr>Problema</vt:lpstr>
      <vt:lpstr>Hipóteses/Objetivo Geral</vt:lpstr>
      <vt:lpstr>Objetivos Específicos</vt:lpstr>
      <vt:lpstr>Impacto no Uso</vt:lpstr>
      <vt:lpstr>Conclusão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estevaobernardosimao@gmail.com</dc:creator>
  <cp:lastModifiedBy>estevaobernardosimao@gmail.com</cp:lastModifiedBy>
  <cp:revision>1</cp:revision>
  <dcterms:created xsi:type="dcterms:W3CDTF">2025-11-26T08:02:59Z</dcterms:created>
  <dcterms:modified xsi:type="dcterms:W3CDTF">2025-11-26T08:58:45Z</dcterms:modified>
</cp:coreProperties>
</file>