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308" r:id="rId3"/>
    <p:sldId id="326" r:id="rId4"/>
    <p:sldId id="321" r:id="rId5"/>
    <p:sldId id="322" r:id="rId6"/>
    <p:sldId id="323" r:id="rId7"/>
    <p:sldId id="324" r:id="rId8"/>
    <p:sldId id="320" r:id="rId9"/>
    <p:sldId id="315" r:id="rId10"/>
    <p:sldId id="325" r:id="rId11"/>
    <p:sldId id="316" r:id="rId12"/>
    <p:sldId id="314" r:id="rId13"/>
    <p:sldId id="312" r:id="rId14"/>
    <p:sldId id="319" r:id="rId15"/>
    <p:sldId id="318" r:id="rId16"/>
    <p:sldId id="317" r:id="rId17"/>
    <p:sldId id="309" r:id="rId18"/>
    <p:sldId id="311" r:id="rId19"/>
    <p:sldId id="310" r:id="rId2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9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056B0-F65A-4605-8777-ECC574D08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CD817F-8610-4DDB-AFE1-74992087C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9221EE-1112-42DD-A125-7A6425D0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E334A40-A416-412E-8638-802D2808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9217539-609E-48AD-95FB-D2A3E6AB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224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AE8AB-E4C0-4831-95C9-EE459A85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A724C1-2B4E-47D3-B16E-B8C4289A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10A605B-F0B8-4146-8EC3-F2914C67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70EBA9B-C005-439C-9C63-FA819832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FDBAE34-9CB5-412E-84F6-07080429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756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2AED1-4B44-424C-B076-431F88E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7CF1817-8060-4164-93F0-3B3FEFF5A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6644E6-FB09-41DF-9035-84227E5A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9CF42E-72F0-4BF5-B360-7C1498BB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35337C-15C6-4F1C-A2EA-AF3A5449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241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A72D7-2C60-4439-BE79-9B1FF34D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1A7D0CC-5659-408C-B4C4-724AADD20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5C91FF2-4AF1-4303-A57D-E76730633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C5C4-EB02-4849-A72E-9A34E45D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F3BCB5F-E2C6-412B-95F6-04A0D1EA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D175223-1385-4856-B38A-2C375098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06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B63A9-DA87-494B-9A2C-5249C639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D59BED5-3026-406C-A552-2DB931A75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B13BE4F-706A-468A-8384-E10B588B4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BE2A050-4A09-486C-BCC5-6B3956436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EF11627-A34F-4A2D-89C5-E7D56A72A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1472BFC-1D56-4E81-8865-2B5C85A8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CB4F9E51-DAD1-423D-8425-C865EEEAD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30B1A19-ED84-4FEF-9B08-6F40F312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264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8EB9A-CEFE-4F74-9549-39BA2921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018E86DA-03C9-4A90-8890-F195BA8C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8937EFB-3C69-4057-BB5A-FF0EBA18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332E424-84D7-423E-932C-EB595758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165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BA18170-AF8F-4F3A-B480-FB3C7515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CE12CD5-FA93-49FB-AC58-D656B74F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921141-E16D-4AF1-B490-93063C6F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179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ACDE0-C78C-4718-854B-F1EFBCAD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9D099C3-0B3D-4308-A6A0-2D202EBD2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3EEFACF-7788-4473-8D70-612B31C6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B29C8A3-825B-4391-A1DD-6EF2B075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7C25AA6-F68E-44AB-9662-0E6227A5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8948D-83CC-4D1D-B3A6-3061E103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127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D928A-4F47-4430-A0BF-27C70465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02EE8E2-F78E-4EBD-8A69-45E06DD8B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9DA2C1E-F249-48B8-9EC4-5E7053577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520F5EE-5528-4F01-835D-8D794BEE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6A91910-DE35-4257-8FF7-5EE431A2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2F29758-FC33-43E0-8B21-01AF8CB0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083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B3CE0-DD26-449D-82F8-9218FF43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3A6AF13-8AE9-44B1-AB39-F6B058469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623F984-34F6-42FC-A235-0F115610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ECB7107-7ACB-4298-B668-A717E744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24F6DF9-4F3C-45CD-A9E2-1277E6AD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739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5C1F1F-68D4-45BA-84B6-48A6481C1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2E7D6E1-19BF-4906-AFF4-D00B02CFB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5B9BF05-FA00-4F2E-A5E6-D001A61D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A139973-E610-432A-BB53-E1DCE7DC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4FF9CD5-7DE9-4BA9-B394-56B18AA6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563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6BAEF08-5D4F-4081-94FA-98A42DAA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B5C2BAE-530E-4F31-9895-3E51FA963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C22E6D4-B003-4E78-B729-1A1B867F0F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14E15-D4BD-425A-BEEC-75D563BD9348}" type="datetimeFigureOut">
              <a:rPr lang="pt-PT" smtClean="0"/>
              <a:t>16/12/2021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D45121-ABB7-4FC7-A44C-6AACE8393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74D5A9D-B026-446D-960A-D0C967AFB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1449C-AED0-48C2-847E-361D35391C5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217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782416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9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Frases para a reflexão</a:t>
            </a:r>
            <a:endParaRPr lang="pt-PT" sz="9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895060"/>
            <a:ext cx="11569148" cy="4850295"/>
          </a:xfrm>
          <a:solidFill>
            <a:schemeClr val="bg1"/>
          </a:solidFill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PT" sz="5400" dirty="0">
                <a:solidFill>
                  <a:srgbClr val="231F20"/>
                </a:solidFill>
                <a:latin typeface="Times New Roman"/>
                <a:ea typeface="Times New Roman"/>
              </a:rPr>
              <a:t>* Professor, o senhor irá à festa da turma amanhã? Vai, por favor! Eu te peço! Vai com os seus amigos</a:t>
            </a:r>
            <a:r>
              <a:rPr lang="pt-PT" sz="5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</a:t>
            </a:r>
            <a:endParaRPr lang="pt-PT" sz="5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endParaRPr lang="pt-PT" sz="5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PT" sz="5500" dirty="0">
                <a:solidFill>
                  <a:srgbClr val="231F20"/>
                </a:solidFill>
                <a:latin typeface="Times New Roman"/>
                <a:ea typeface="Times New Roman"/>
              </a:rPr>
              <a:t>* </a:t>
            </a:r>
            <a:r>
              <a:rPr lang="pt-PT" sz="5400" dirty="0">
                <a:latin typeface="Times New Roman"/>
                <a:ea typeface="Times New Roman"/>
              </a:rPr>
              <a:t>A maioria dos jovens não chegaram a concluir os trabalhos, pois precisavam do apoio do professor</a:t>
            </a:r>
            <a:r>
              <a:rPr lang="pt-PT" sz="5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.</a:t>
            </a:r>
            <a:endParaRPr lang="pt-PT" sz="5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endParaRPr lang="pt-PT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PT" sz="6600" dirty="0">
                <a:latin typeface="Times New Roman"/>
                <a:ea typeface="Times New Roman"/>
              </a:rPr>
              <a:t>* Vende-se imóveis a preços acessíveis.</a:t>
            </a:r>
            <a:endParaRPr lang="pt-PT" sz="6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pt-PT" sz="5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pt-PT" sz="40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pt-PT" sz="5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82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5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PT" sz="4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ronomes relativos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4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Pronomes relativos </a:t>
            </a:r>
            <a:r>
              <a:rPr lang="pt-PT" sz="4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pt-PT" sz="4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 um lado, </a:t>
            </a:r>
            <a:r>
              <a:rPr lang="pt-PT" sz="4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ão palavras que se referem, maioritariamente, a um </a:t>
            </a:r>
            <a:r>
              <a:rPr lang="pt-PT" sz="4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termo</a:t>
            </a: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4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antecedente</a:t>
            </a: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isto é, a uma palavra que aparece anteriormente  ao pronome.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Esta classe de palavras estabelece uma </a:t>
            </a:r>
            <a:r>
              <a:rPr lang="pt-PT" sz="4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ligação</a:t>
            </a: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 este </a:t>
            </a:r>
            <a:r>
              <a:rPr lang="pt-PT" sz="4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termo antecedente</a:t>
            </a: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introduz uma oração.</a:t>
            </a:r>
            <a:endParaRPr lang="pt-PT" sz="4600" dirty="0" smtClean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 outro lado, substitui o </a:t>
            </a:r>
            <a:r>
              <a:rPr lang="pt-PT" sz="4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termo usado anteriormente no enunciado e </a:t>
            </a:r>
            <a:r>
              <a:rPr lang="pt-PT" sz="46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evita </a:t>
            </a:r>
            <a:r>
              <a:rPr lang="pt-PT" sz="46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repetições desnecessárias </a:t>
            </a:r>
            <a:r>
              <a:rPr lang="pt-PT" sz="46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 possam comprometer a qualidade do discurso</a:t>
            </a:r>
            <a:r>
              <a:rPr lang="pt-PT" sz="4600" dirty="0" smtClean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4600" b="1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</a:t>
            </a:r>
            <a:r>
              <a:rPr lang="pt-PT" sz="46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Este é o museu </a:t>
            </a:r>
            <a:r>
              <a:rPr lang="pt-PT" sz="4600" b="1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PT" sz="46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eu visitei.</a:t>
            </a:r>
            <a:endParaRPr lang="pt-BR" sz="4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94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PT" sz="4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ronomes relativos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Pronomes relativos 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são aqueles que, normalmente, se referem a um termo anterior dentro de um enunciado ou oração, substituindo-o para evitar a repetição.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 isso, funciona como uma ligação de duas sentenças.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51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pronomes relativos</a:t>
            </a:r>
          </a:p>
          <a:p>
            <a:pPr lvl="0" algn="just"/>
            <a:r>
              <a:rPr lang="pt-BR" sz="4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Cujo, o qual</a:t>
            </a:r>
            <a:r>
              <a:rPr lang="pt-BR" sz="4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48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quanto, </a:t>
            </a:r>
            <a:r>
              <a:rPr lang="pt-BR" sz="44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que, quem, onde</a:t>
            </a:r>
          </a:p>
          <a:p>
            <a:pPr lvl="0" algn="just"/>
            <a:endParaRPr lang="pt-BR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pronomes relativos podem ser: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variáveis – sua forma pode sofrer flexões em género e número.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Exemplos: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cujo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(cuja,</a:t>
            </a:r>
            <a:r>
              <a:rPr kumimoji="0" lang="pt-BR" sz="4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cujos,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cujas) </a:t>
            </a: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qual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(a qual, os quais, as quais) e </a:t>
            </a: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quanto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(quanta, quantos e quantas).</a:t>
            </a:r>
            <a:endParaRPr lang="pt-BR" sz="4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07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pronomes relativos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Invariáveis – não são flexionáveis.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Exemplos: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quem</a:t>
            </a: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onde</a:t>
            </a:r>
            <a:endParaRPr lang="pt-BR" sz="4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9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Funções ou uso </a:t>
            </a:r>
            <a:r>
              <a:rPr lang="pt-PT" sz="4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dos pronomes relativos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qual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como pronomes relativos, referem-se a coisas ou objectos, exercendo o papel de coreferentes do antecedente.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Exemplos: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 comprei uma casa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fica num bairro próximo daqui.</a:t>
            </a:r>
          </a:p>
          <a:p>
            <a:pPr marL="685800" lvl="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9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 comprei uma casa, </a:t>
            </a:r>
            <a:r>
              <a:rPr lang="pt-PT" sz="49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qual </a:t>
            </a:r>
            <a:r>
              <a:rPr lang="pt-PT" sz="49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fica num bairro próximo daqui.</a:t>
            </a:r>
            <a:endParaRPr lang="pt-PT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Não viram a bolsa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qual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encontrava no guarda-fato?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Não viram a bolsa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encontrava no guarda-fato? </a:t>
            </a: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33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Funções ou uso </a:t>
            </a:r>
            <a:r>
              <a:rPr lang="pt-PT" sz="4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dos pronomes relativos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Quando a regência verbal exigir, os pronomes relativos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 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qual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podem vir antecedidos por uma preposição.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Gostei da casa </a:t>
            </a:r>
            <a:r>
              <a:rPr lang="pt-PT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falaste.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Gostei da casa que falaste. (PM)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 vi a bolsa </a:t>
            </a:r>
            <a:r>
              <a:rPr lang="pt-PT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</a:t>
            </a: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você está a falar.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Não vi a bolsa que você está a falar. (PM)</a:t>
            </a:r>
            <a:endParaRPr lang="pt-PT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921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4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pronomes relativos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Quanto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pt-PT" sz="4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traduz-se em pronome relativo quando tiver, como antecedente, um advérbio de intensidade (</a:t>
            </a:r>
            <a:r>
              <a:rPr lang="pt-PT" sz="4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tanto</a:t>
            </a:r>
            <a:r>
              <a:rPr lang="pt-PT" sz="4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ou um pronome </a:t>
            </a:r>
            <a:r>
              <a:rPr lang="pt-PT" sz="4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indefinido como: </a:t>
            </a:r>
            <a:r>
              <a:rPr lang="pt-PT" sz="4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tudo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4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todo e toda</a:t>
            </a:r>
            <a:r>
              <a:rPr lang="pt-PT" sz="4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PT" sz="4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Exemplos: 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Emprestei </a:t>
            </a:r>
            <a:r>
              <a:rPr lang="pt-PT" sz="4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tantos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quanto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necessários.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 fez </a:t>
            </a:r>
            <a:r>
              <a:rPr lang="pt-PT" sz="4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tudo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quanto</a:t>
            </a:r>
            <a:r>
              <a:rPr lang="pt-PT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havia falado.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05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pt-PT" sz="5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pt-PT" sz="5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quem</a:t>
            </a:r>
            <a:r>
              <a:rPr lang="pt-PT" sz="5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refere-se a pessoas e vem sempre antecedido de </a:t>
            </a:r>
            <a:r>
              <a:rPr lang="pt-PT" sz="51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preposição para satisfazer as obrigações da regência verbal.</a:t>
            </a:r>
            <a:endParaRPr lang="pt-PT" sz="5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Exemplos:</a:t>
            </a: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São os pais e </a:t>
            </a:r>
            <a:r>
              <a:rPr lang="pt-PT" sz="5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 professores </a:t>
            </a:r>
            <a:r>
              <a:rPr lang="pt-PT" sz="51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5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quem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muito devemos na vida.</a:t>
            </a: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pessoas </a:t>
            </a:r>
            <a:r>
              <a:rPr lang="pt-PT" sz="51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5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quem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você falou são realmente talentosas.</a:t>
            </a:r>
            <a:endParaRPr lang="pt-PT" sz="5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89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55000" lnSpcReduction="20000"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"</a:t>
            </a:r>
            <a:r>
              <a:rPr lang="pt-PT" sz="5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Cujo</a:t>
            </a:r>
            <a:r>
              <a:rPr kumimoji="0" lang="pt-PT" sz="5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pt-PT" sz="5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geralmente exige um </a:t>
            </a:r>
            <a:r>
              <a:rPr lang="pt-PT" sz="51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antecedente</a:t>
            </a:r>
            <a:r>
              <a:rPr lang="pt-PT" sz="5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 um </a:t>
            </a:r>
            <a:r>
              <a:rPr lang="pt-PT" sz="51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consequente</a:t>
            </a:r>
            <a:r>
              <a:rPr lang="pt-PT" sz="5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expressos na frase ou sentença, </a:t>
            </a:r>
            <a:r>
              <a:rPr lang="pt-PT" sz="5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bem como </a:t>
            </a:r>
            <a:r>
              <a:rPr lang="pt-PT" sz="5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pt-PT" sz="51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relação de posse</a:t>
            </a:r>
            <a:r>
              <a:rPr lang="pt-PT" sz="51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5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(o antecedente possui o consequente).</a:t>
            </a:r>
            <a:endParaRPr lang="pt-PT" sz="5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5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Exemplos:</a:t>
            </a: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PT" sz="51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livro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5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cujo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51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conteúdo 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impressionou aos leitores, está em promoção nas livrarias.</a:t>
            </a: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Aquela é a dona da </a:t>
            </a:r>
            <a:r>
              <a:rPr lang="pt-PT" sz="51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loja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5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cuja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</a:t>
            </a:r>
            <a:r>
              <a:rPr lang="pt-PT" sz="51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vendas</a:t>
            </a:r>
            <a:r>
              <a:rPr lang="pt-PT" sz="5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dispararam no último trimestre, por conta da forte demanda.</a:t>
            </a: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366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Onde</a:t>
            </a:r>
            <a:r>
              <a:rPr lang="pt-PT" sz="4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 "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 que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como pronomes relativos, sempre possuem um antecedente locativo e só podem ser utilizados na indicação de um lugar.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exemplos:</a:t>
            </a:r>
          </a:p>
          <a:p>
            <a:pPr marL="809625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PT" sz="4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casa</a:t>
            </a:r>
            <a:r>
              <a:rPr lang="pt-PT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PT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onde</a:t>
            </a:r>
            <a:r>
              <a:rPr lang="pt-PT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morava foi assaltada.</a:t>
            </a:r>
          </a:p>
          <a:p>
            <a:pPr marL="809625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Aquele foi o </a:t>
            </a:r>
            <a:r>
              <a:rPr lang="pt-PT" sz="4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</a:t>
            </a:r>
            <a:r>
              <a:rPr lang="pt-PT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 que</a:t>
            </a:r>
            <a:r>
              <a:rPr lang="pt-PT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nos conhecemos.</a:t>
            </a: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77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quando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ou "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kumimoji="0" lang="pt-PT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</a:t>
            </a:r>
            <a:r>
              <a:rPr kumimoji="0" lang="pt-PT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aplicam-se n</a:t>
            </a:r>
            <a:r>
              <a:rPr lang="pt-PT" sz="4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indicação de tempo.</a:t>
            </a: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xemplos: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Sinto saudades da época </a:t>
            </a:r>
            <a:r>
              <a:rPr lang="pt-PT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quando</a:t>
            </a:r>
            <a:r>
              <a:rPr lang="pt-PT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morávamos no exterior.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Tudo aconteceu na altura </a:t>
            </a:r>
            <a:r>
              <a:rPr lang="pt-PT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 que</a:t>
            </a:r>
            <a:r>
              <a:rPr lang="pt-PT" sz="4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COVID estava a dizimar milhares de pessoas no mundo.  </a:t>
            </a:r>
            <a:endParaRPr lang="pt-PT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19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PT" sz="4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pronomes </a:t>
            </a: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relativos como unificadores de duas orações.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exemplos: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futebol é um desporto.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povo gosta tanto deste desporto.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4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futebol é o desporto </a:t>
            </a:r>
            <a:r>
              <a:rPr lang="pt-BR" sz="4400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que </a:t>
            </a:r>
            <a:r>
              <a:rPr lang="pt-BR" sz="4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povo tanto gosta</a:t>
            </a:r>
            <a:r>
              <a:rPr lang="pt-BR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734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marL="1143000" marR="0" lvl="0" indent="-11430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A peça estreia hoje. </a:t>
            </a:r>
          </a:p>
          <a:p>
            <a:pPr marL="1143000" marR="0" lvl="0" indent="-11430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Eu falei-te da peça.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peça </a:t>
            </a:r>
            <a:r>
              <a:rPr kumimoji="0" lang="pt-PT" sz="14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que</a:t>
            </a:r>
            <a:r>
              <a:rPr kumimoji="0" lang="pt-PT" sz="1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 falei estreia hoje</a:t>
            </a:r>
            <a:r>
              <a:rPr kumimoji="0" lang="pt-PT" sz="1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0" indent="-11430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funcionária é muito gentil. </a:t>
            </a:r>
          </a:p>
          <a:p>
            <a:pPr marL="1143000" marR="0" lvl="0" indent="-11430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1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Pedi à funcionária informações sobre o hotel.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funcionária </a:t>
            </a:r>
            <a:r>
              <a:rPr kumimoji="0" lang="pt-PT" sz="144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quem</a:t>
            </a:r>
            <a:r>
              <a:rPr kumimoji="0" lang="pt-PT" sz="1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pedi informações sobre o hotel é muito gent</a:t>
            </a:r>
            <a:r>
              <a:rPr kumimoji="0" lang="pt-PT" sz="1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kumimoji="0" lang="pt-PT" sz="1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PT" sz="1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1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pt-BR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31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571500" marR="0" lvl="0" indent="-5715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Ela estudou para o exame. 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O exame parece bastante difícil.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3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O exame para </a:t>
            </a:r>
            <a:r>
              <a:rPr kumimoji="0" lang="pt-PT" sz="39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o qual </a:t>
            </a:r>
            <a:r>
              <a:rPr kumimoji="0" lang="pt-PT" sz="3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ela estudou parece bastante difícil.</a:t>
            </a:r>
            <a:endParaRPr kumimoji="0" lang="pt-BR" sz="3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3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3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edifício fica logo ali.</a:t>
            </a:r>
          </a:p>
          <a:p>
            <a:pPr marL="571500" indent="-5715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3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paredes do edifício foram pintadas. </a:t>
            </a:r>
            <a:endParaRPr lang="pt-BR" sz="3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39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 edifício </a:t>
            </a:r>
            <a:r>
              <a:rPr lang="pt-PT" sz="3900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cujas</a:t>
            </a:r>
            <a:r>
              <a:rPr lang="pt-PT" sz="39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paredes foram pintadas fica logo ali</a:t>
            </a:r>
            <a:r>
              <a:rPr lang="pt-PT" sz="3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  </a:t>
            </a:r>
            <a:endParaRPr lang="pt-BR" sz="3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931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pt-PT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Construções relativas no P.M (</a:t>
            </a:r>
            <a:r>
              <a:rPr lang="pt-PT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Análise)</a:t>
            </a:r>
          </a:p>
          <a:p>
            <a:pPr algn="just"/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Vai entrar </a:t>
            </a:r>
            <a:r>
              <a:rPr lang="pt-PT" sz="2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onde que</a:t>
            </a:r>
            <a:r>
              <a:rPr lang="pt-P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gente dorme. (= onde a gente)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Preparam uma sala </a:t>
            </a:r>
            <a:r>
              <a:rPr kumimoji="0" lang="pt-PT" sz="2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há-de haver reunião... (= onde/em que)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Há escolas privadas </a:t>
            </a:r>
            <a:r>
              <a:rPr kumimoji="0" lang="pt-PT" sz="2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paga-se muito caro. (= onde se paga/em que)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Lá para doze apareceu um carro </a:t>
            </a:r>
            <a:r>
              <a:rPr kumimoji="0" lang="pt-PT" sz="2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nos levou</a:t>
            </a: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o quartel. (= que nos levou)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Há dias </a:t>
            </a:r>
            <a:r>
              <a:rPr kumimoji="0" lang="pt-PT" sz="2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não</a:t>
            </a:r>
            <a:r>
              <a:rPr kumimoji="0" lang="pt-P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jantamos. (= em que)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051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3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Recebi uma proposta por escrito </a:t>
            </a:r>
            <a:r>
              <a:rPr lang="pt-PT" sz="3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cuja</a:t>
            </a:r>
            <a:r>
              <a:rPr lang="pt-PT" sz="3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essa proposta era desfavorável. (= que/a qual era desfavorável) </a:t>
            </a: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PT" sz="3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Os carros andam superlotados </a:t>
            </a:r>
            <a:r>
              <a:rPr lang="pt-PT" sz="3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que</a:t>
            </a:r>
            <a:r>
              <a:rPr lang="pt-PT" sz="3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podem criar problemas. (= o que pode…)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Tina</a:t>
            </a:r>
            <a:r>
              <a:rPr kumimoji="0" lang="pt-PT" sz="3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é a </a:t>
            </a: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corredora </a:t>
            </a:r>
            <a:r>
              <a:rPr kumimoji="0" lang="pt-PT" sz="3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estou mais ligado a ela. (= a quem).</a:t>
            </a:r>
            <a:endParaRPr kumimoji="0" lang="pt-BR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Há muitas coisas </a:t>
            </a:r>
            <a:r>
              <a:rPr kumimoji="0" lang="pt-PT" sz="3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eu costumo calhar </a:t>
            </a:r>
            <a:r>
              <a:rPr kumimoji="0" lang="pt-PT" sz="3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 elas </a:t>
            </a: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caminho. (= com que)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Há momentos </a:t>
            </a:r>
            <a:r>
              <a:rPr kumimoji="0" lang="pt-PT" sz="38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você está disposta. (= em que) </a:t>
            </a:r>
            <a:endParaRPr kumimoji="0" lang="pt-BR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tabLst/>
              <a:defRPr/>
            </a:pPr>
            <a:r>
              <a:rPr kumimoji="0" lang="pt-PT" sz="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897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Naquele dia </a:t>
            </a:r>
            <a:r>
              <a:rPr lang="pt-PT" sz="3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você saiu... (= em que você...) 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 tenho uma amiga </a:t>
            </a:r>
            <a:r>
              <a:rPr lang="pt-PT" sz="3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acontece a mesma coisa com ela. (=... com/a quem acontece…)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3500" dirty="0">
                <a:latin typeface="Times New Roman" panose="02020603050405020304" pitchFamily="18" charset="0"/>
                <a:ea typeface="Calibri" panose="020F0502020204030204" pitchFamily="34" charset="0"/>
              </a:rPr>
              <a:t>Foi na </a:t>
            </a: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Escola Secundária Francisco </a:t>
            </a:r>
            <a:r>
              <a:rPr lang="pt-PT" sz="3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Manyanga</a:t>
            </a: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pt-PT" sz="3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onde que</a:t>
            </a: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fiz a décima. (= onde fiz …)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Tenho falta de transporte no lugar </a:t>
            </a:r>
            <a:r>
              <a:rPr lang="pt-PT" sz="35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onde que</a:t>
            </a:r>
            <a:r>
              <a:rPr lang="pt-PT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eu vivo. (= … onde vivo)</a:t>
            </a: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kumimoji="0" lang="pt-PT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Depende da região </a:t>
            </a:r>
            <a:r>
              <a:rPr kumimoji="0" lang="pt-PT" sz="35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kumimoji="0" lang="pt-PT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as pessoas vivem. (= em que/onde as pessoas vivem)</a:t>
            </a:r>
            <a:endParaRPr lang="pt-BR" sz="3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054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5D6CE-79E8-423B-8052-CB143E64B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052" y="112644"/>
            <a:ext cx="11569148" cy="1000540"/>
          </a:xfrm>
          <a:solidFill>
            <a:schemeClr val="accent2"/>
          </a:solidFill>
        </p:spPr>
        <p:txBody>
          <a:bodyPr anchor="ctr">
            <a:noAutofit/>
          </a:bodyPr>
          <a:lstStyle/>
          <a:p>
            <a:r>
              <a:rPr lang="pt-PT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 relativas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430C28-FC81-4160-A7A0-877EF1370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052" y="1113184"/>
            <a:ext cx="11569148" cy="5632172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Há outros </a:t>
            </a:r>
            <a:r>
              <a:rPr lang="pt-PT" sz="4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casais a vida deles</a:t>
            </a:r>
            <a:r>
              <a:rPr lang="pt-PT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levam para esquadra. (= há outros casais que levam a sua vida…) </a:t>
            </a: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Foi pela </a:t>
            </a:r>
            <a:r>
              <a:rPr lang="pt-PT" sz="4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primeira vez</a:t>
            </a:r>
            <a:r>
              <a:rPr lang="pt-PT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eu meter-me naquilo. (= foi pela primeira vez que eu me meti naquilo).</a:t>
            </a: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PT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Acerca daquele vestido </a:t>
            </a:r>
            <a:r>
              <a:rPr lang="pt-PT" sz="4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pt-PT" sz="4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eu te perguntei, lembras-te? (= sobre o qual)  </a:t>
            </a:r>
            <a:endParaRPr lang="pt-BR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57200" algn="l"/>
              </a:tabLst>
            </a:pPr>
            <a:endParaRPr lang="pt-PT" sz="4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PT" sz="5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031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3849</TotalTime>
  <Words>1055</Words>
  <Application>Microsoft Office PowerPoint</Application>
  <PresentationFormat>Widescreen</PresentationFormat>
  <Paragraphs>166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Tema do Office</vt:lpstr>
      <vt:lpstr>Frases para a reflexão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  <vt:lpstr>Construções relativas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Tomada de Notas</dc:title>
  <dc:creator>cristiano cavel</dc:creator>
  <cp:lastModifiedBy>a</cp:lastModifiedBy>
  <cp:revision>832</cp:revision>
  <dcterms:created xsi:type="dcterms:W3CDTF">2020-08-13T09:05:14Z</dcterms:created>
  <dcterms:modified xsi:type="dcterms:W3CDTF">2021-12-16T20:20:15Z</dcterms:modified>
</cp:coreProperties>
</file>